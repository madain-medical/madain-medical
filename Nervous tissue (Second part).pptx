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69C05AD-E152-05D4-7E2B-0A3C945ED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2B1E809-84D3-8D36-D622-17ED7F523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923CE7F-EDF0-AFDC-6673-A1CB7575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52908E5-2581-93CA-E8F2-82DB81B3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D551DF4-BC72-8EDB-0C22-BABF52CBF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572083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CE0A636-C76B-EA44-5259-E4761D262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FD42B13-F89C-2248-75B8-8940F52E1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3266E04-B370-20CA-84E8-7EEF9495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F36623F-EF13-E3F7-2B24-F93FE8C1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975C72E-A3C4-88B8-9BCE-5EEE6B6E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86844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02D0C24-E114-0805-B57C-65A9B619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C98902B-AE23-D8BB-7DC7-AB62D76E6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822DD55-93E7-6100-068C-4154A4B70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1EDA2C7-D63E-3B93-8A98-55BA68633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C858640-B556-180F-A26D-145845DE6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18617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23E3F27-CFBD-067F-8826-3CDB16D9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A75E2EB-5EF8-88CD-7BF0-9FCE811EE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6D1CFDED-A05F-7AF7-809F-1071581C9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80FC2FB3-1A7B-AD84-F453-124E7723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1C4081E3-3484-70E0-6E60-DFB47282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B87133E-4B71-58C0-0697-F91A9D2C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93396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B907AAE-8120-E524-33AB-E7E7A307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2871F06-5C70-E457-D2C6-23515EDB6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F9D7FDAF-A354-C087-112E-68A2D01A9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5E358ADC-71B4-BB27-D212-812FB57066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5319B7CA-77B4-E6AC-70B2-018961D67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3B1DFB2A-21CD-1458-03C0-6C6A27E3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43CCC419-46FF-BD13-FA8F-6DBAB45B9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BC75EC2D-5291-9E22-BAD1-4F5987CC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11913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672CA95-4158-ECB1-32F3-AF90A3AE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B35DA389-10EF-54A0-8086-1100E8046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3E7A6964-D14A-ED7A-409B-AB7F892A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F875E8B-99E1-E6E1-506B-5B04062E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7628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D89492B1-C3A3-6DE0-ACFA-41A5FEF9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12090026-8314-DBE0-6E2B-D0D4DF8F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F9B27135-E39E-81D6-F0AA-6E0633EF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977959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DB110A3-0E7F-DFED-15EF-ADF6E1DFE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10425D6-CA84-47CE-D649-76A7C34AA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C4F7ED23-3B06-2D55-85F9-567118ED6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2D553100-B2C9-6084-6EBA-286B3A171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76969AFE-E5CC-B0BF-BD41-669E67F3F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3DE6011D-3BDD-CB09-80D8-23A3B568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77150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C1BC892-B149-3E66-1A22-709940FE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0758DB58-2697-0F18-D935-9E3F4D572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C8CCDBED-D6F4-E0D8-FD40-43105C0E4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CD65598-007C-4F35-0DEC-1AD393AF5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C6E9129-F0A2-A114-6EDA-5DF2E033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A2D225D-A33E-8168-7550-760A0EAD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741322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1199680-09AA-497E-82F0-D24F0826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4411A369-7777-C6CB-8C39-40BFEC486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9581016-48E1-AB4B-ADE6-188CED82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617207D-196D-C8E9-96C7-F54620C31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9D53AC2-8949-BDCB-2D5E-57D58FDE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668782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314670F4-7053-36E2-5E55-B86CA5CC0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4BBBCF70-DB7F-D2EB-EE13-6A3015C8D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9E405F8-7B9F-A5BA-D80F-85AD55434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507F0ED-48A5-5E8D-A021-B7BCF67C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8452B19-868A-66ED-074F-6713DC28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15050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1A9070C9-6DA4-ACAF-24B9-EB259FB9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DC80D28C-D562-6ACC-A12C-0F2389F2B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A49F313-45BA-DB67-C42A-A5CD2DE5D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742DF-F12D-9D4A-BFE9-758EB0C4771B}" type="datetimeFigureOut">
              <a:rPr lang="" smtClean="0"/>
              <a:t>07/27/2026</a:t>
            </a:fld>
            <a:endParaRPr lang="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E7F54DC-2F8F-F24E-2F65-E20A702D6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33BD79E-61FA-0087-A86C-07088509E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B878A-4713-2E49-9B57-78B64693CC2D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799729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8090B20-B75C-5EDE-D175-38700C9240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1C710DA9-B455-5F65-3ABB-E35B4FC701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6E5F4FDD-040E-3EA7-74F5-BF7E9CF07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560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06C25C9-7320-463C-188C-45675B64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5A4FA31F-9AAF-B2F8-AC58-5ABC4D40E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1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A25401B-BC97-E896-73C2-FA243161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54A46E9A-29D4-02CC-C9F1-C7E2637F2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8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B24D0A2-DD0F-D7BA-F9C1-643F9408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6C21C344-E346-2F8A-EF39-509BDD195F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54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97203A0-9F6A-3D74-CA6D-7B35E9C0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7" name="عنصر نائب للمحتوى 6">
            <a:extLst>
              <a:ext uri="{FF2B5EF4-FFF2-40B4-BE49-F238E27FC236}">
                <a16:creationId xmlns:a16="http://schemas.microsoft.com/office/drawing/2014/main" id="{14FAB733-88CA-7612-2871-48E98BC8D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97694"/>
            <a:ext cx="12346000" cy="695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48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4244AEE-DF8E-0757-4834-58B0C996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B422DD54-C23F-406F-8181-89D55C613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93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93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475242F-392E-6F34-69EA-51B054F6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90609254-DE01-7A34-ACBD-61ABDD01B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64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11E850A-A9F4-3ABA-C66F-F4C11646D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9A63EA2A-67A1-49E6-09FD-0F0612316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86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018C898-94E6-D2FB-892C-D10E230CA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2E18D8D2-E1BB-F97D-713A-B82695912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63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1BD13D5-7514-1584-4F9A-3B6446B4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4C12B7EB-BB20-EB84-7B4C-86FA47362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82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DEC1677-A898-6196-AD9B-841FDFCFB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5335E707-D66D-9311-9747-925296DC7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79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1E59962-A429-7905-280B-585A029C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7" name="عنصر نائب للمحتوى 6">
            <a:extLst>
              <a:ext uri="{FF2B5EF4-FFF2-40B4-BE49-F238E27FC236}">
                <a16:creationId xmlns:a16="http://schemas.microsoft.com/office/drawing/2014/main" id="{6B70F3C8-AB0D-591E-071F-48ACCC9EA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192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6635E52-6371-DA78-8E12-0893CC59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760E481D-3A01-EA8A-6A60-B11DB4963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70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2479D1E-E2D5-93F8-2797-6EEFF71A4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75443097-0D8C-43BC-BF10-B744097EF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64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1F6874E-F43B-9C30-172B-4BA2A6FED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D1D4B67B-A6C4-9D1C-F427-F5FB962D6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395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C1DF27C-2266-9FC0-DBB5-36C3B203F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DAF4EE94-1BA0-D7F7-E864-C6C2703B2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07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9CCC5FF-A3DB-957D-6336-90BB1CB6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18535DBC-0431-D485-104A-F1739DC92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55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8DCBED6-BACF-A678-C7BC-DBA2505B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CCBE9845-4492-0E26-DEF1-F022BA3A7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88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9B3E4D2-ED5F-F0FA-7804-94C1E28E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71DB335D-AB5B-1FA9-388A-D303E3744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9045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شاشة عريضة</PresentationFormat>
  <Slides>19</Slides>
  <Notes>0</Notes>
  <HiddenSlides>0</HiddenSlide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0" baseType="lpstr"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Abdalgader Majed</dc:creator>
  <cp:lastModifiedBy>Abdalgader Majed</cp:lastModifiedBy>
  <cp:revision>1</cp:revision>
  <dcterms:created xsi:type="dcterms:W3CDTF">2026-07-27T10:36:24Z</dcterms:created>
  <dcterms:modified xsi:type="dcterms:W3CDTF">2026-07-27T10:41:37Z</dcterms:modified>
</cp:coreProperties>
</file>
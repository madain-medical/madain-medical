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67" r:id="rId5"/>
    <p:sldId id="259" r:id="rId6"/>
    <p:sldId id="260" r:id="rId7"/>
    <p:sldId id="268" r:id="rId8"/>
    <p:sldId id="261" r:id="rId9"/>
    <p:sldId id="269" r:id="rId10"/>
    <p:sldId id="262" r:id="rId11"/>
    <p:sldId id="263" r:id="rId12"/>
    <p:sldId id="270" r:id="rId13"/>
    <p:sldId id="271" r:id="rId14"/>
    <p:sldId id="272" r:id="rId15"/>
    <p:sldId id="273" r:id="rId16"/>
    <p:sldId id="266" r:id="rId17"/>
    <p:sldId id="265"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74"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E8D835-D481-4BE0-B48E-C3351D33AC6D}" type="doc">
      <dgm:prSet loTypeId="urn:microsoft.com/office/officeart/2005/8/layout/hList6" loCatId="list" qsTypeId="urn:microsoft.com/office/officeart/2005/8/quickstyle/simple1" qsCatId="simple" csTypeId="urn:microsoft.com/office/officeart/2005/8/colors/colorful5" csCatId="colorful" phldr="1"/>
      <dgm:spPr/>
      <dgm:t>
        <a:bodyPr/>
        <a:lstStyle/>
        <a:p>
          <a:endParaRPr lang="en-US"/>
        </a:p>
      </dgm:t>
    </dgm:pt>
    <dgm:pt modelId="{9CDBD175-52E8-44C1-BB44-8C6B78968645}">
      <dgm:prSet phldrT="[نص]"/>
      <dgm:spPr/>
      <dgm:t>
        <a:bodyPr/>
        <a:lstStyle/>
        <a:p>
          <a:r>
            <a:rPr lang="en-US" b="1" dirty="0" smtClean="0"/>
            <a:t>Strategic</a:t>
          </a:r>
          <a:endParaRPr lang="en-US" b="1" dirty="0"/>
        </a:p>
      </dgm:t>
    </dgm:pt>
    <dgm:pt modelId="{185DF726-B35C-4BF8-9E36-4AEE2FF01C13}" type="parTrans" cxnId="{9E867604-9822-4D1F-93D8-C408206F170B}">
      <dgm:prSet/>
      <dgm:spPr/>
      <dgm:t>
        <a:bodyPr/>
        <a:lstStyle/>
        <a:p>
          <a:endParaRPr lang="en-US"/>
        </a:p>
      </dgm:t>
    </dgm:pt>
    <dgm:pt modelId="{F5D92844-99F1-4348-9402-E2E7B5E4F50D}" type="sibTrans" cxnId="{9E867604-9822-4D1F-93D8-C408206F170B}">
      <dgm:prSet/>
      <dgm:spPr/>
      <dgm:t>
        <a:bodyPr/>
        <a:lstStyle/>
        <a:p>
          <a:endParaRPr lang="en-US"/>
        </a:p>
      </dgm:t>
    </dgm:pt>
    <dgm:pt modelId="{79269087-3756-44C6-86B4-8853433F04B3}">
      <dgm:prSet phldrT="[نص]"/>
      <dgm:spPr/>
      <dgm:t>
        <a:bodyPr/>
        <a:lstStyle/>
        <a:p>
          <a:r>
            <a:rPr lang="en-US" b="1" dirty="0" smtClean="0"/>
            <a:t>Tactical</a:t>
          </a:r>
          <a:endParaRPr lang="en-US" b="1" dirty="0"/>
        </a:p>
      </dgm:t>
    </dgm:pt>
    <dgm:pt modelId="{8C0EB72D-802E-4331-B389-1646DBF63A12}" type="parTrans" cxnId="{B0D9D91B-E8C1-4B86-8D0B-4042DED6F1C5}">
      <dgm:prSet/>
      <dgm:spPr/>
      <dgm:t>
        <a:bodyPr/>
        <a:lstStyle/>
        <a:p>
          <a:endParaRPr lang="en-US"/>
        </a:p>
      </dgm:t>
    </dgm:pt>
    <dgm:pt modelId="{F13C8FBD-7446-49D2-B72E-93CE85B68C20}" type="sibTrans" cxnId="{B0D9D91B-E8C1-4B86-8D0B-4042DED6F1C5}">
      <dgm:prSet/>
      <dgm:spPr/>
      <dgm:t>
        <a:bodyPr/>
        <a:lstStyle/>
        <a:p>
          <a:endParaRPr lang="en-US"/>
        </a:p>
      </dgm:t>
    </dgm:pt>
    <dgm:pt modelId="{CA8DD1DA-9183-41A9-9394-CDB8F6D57AC4}">
      <dgm:prSet phldrT="[نص]"/>
      <dgm:spPr/>
      <dgm:t>
        <a:bodyPr/>
        <a:lstStyle/>
        <a:p>
          <a:r>
            <a:rPr lang="en-US" dirty="0" smtClean="0"/>
            <a:t>Mid-term</a:t>
          </a:r>
          <a:endParaRPr lang="en-US" dirty="0"/>
        </a:p>
      </dgm:t>
    </dgm:pt>
    <dgm:pt modelId="{05A3C283-DF8B-4F97-8A86-8561CFF7737D}" type="parTrans" cxnId="{35CAB956-B936-47A6-B95D-637F2E4C7AAB}">
      <dgm:prSet/>
      <dgm:spPr/>
      <dgm:t>
        <a:bodyPr/>
        <a:lstStyle/>
        <a:p>
          <a:endParaRPr lang="en-US"/>
        </a:p>
      </dgm:t>
    </dgm:pt>
    <dgm:pt modelId="{2519590B-ABD2-4409-B377-FA4B29828754}" type="sibTrans" cxnId="{35CAB956-B936-47A6-B95D-637F2E4C7AAB}">
      <dgm:prSet/>
      <dgm:spPr/>
      <dgm:t>
        <a:bodyPr/>
        <a:lstStyle/>
        <a:p>
          <a:endParaRPr lang="en-US"/>
        </a:p>
      </dgm:t>
    </dgm:pt>
    <dgm:pt modelId="{9A664625-A44E-4A19-98DD-A64D14A7CBEA}">
      <dgm:prSet phldrT="[نص]"/>
      <dgm:spPr/>
      <dgm:t>
        <a:bodyPr/>
        <a:lstStyle/>
        <a:p>
          <a:r>
            <a:rPr lang="en-US" dirty="0" smtClean="0"/>
            <a:t>Specific program or managing units</a:t>
          </a:r>
          <a:endParaRPr lang="en-US" dirty="0"/>
        </a:p>
      </dgm:t>
    </dgm:pt>
    <dgm:pt modelId="{DB349534-2BDC-4D16-B862-F6918319130F}" type="parTrans" cxnId="{9065FE13-3F13-43E9-B834-1BD35B25339A}">
      <dgm:prSet/>
      <dgm:spPr/>
      <dgm:t>
        <a:bodyPr/>
        <a:lstStyle/>
        <a:p>
          <a:endParaRPr lang="en-US"/>
        </a:p>
      </dgm:t>
    </dgm:pt>
    <dgm:pt modelId="{926E0951-2A23-4C6E-AB1F-6A3E27738716}" type="sibTrans" cxnId="{9065FE13-3F13-43E9-B834-1BD35B25339A}">
      <dgm:prSet/>
      <dgm:spPr/>
      <dgm:t>
        <a:bodyPr/>
        <a:lstStyle/>
        <a:p>
          <a:endParaRPr lang="en-US"/>
        </a:p>
      </dgm:t>
    </dgm:pt>
    <dgm:pt modelId="{ABA5E55A-9227-4281-8752-E1C7748F0962}">
      <dgm:prSet phldrT="[نص]"/>
      <dgm:spPr/>
      <dgm:t>
        <a:bodyPr/>
        <a:lstStyle/>
        <a:p>
          <a:r>
            <a:rPr lang="en-US" b="1" dirty="0" smtClean="0"/>
            <a:t>Operational</a:t>
          </a:r>
          <a:endParaRPr lang="en-US" b="1" dirty="0"/>
        </a:p>
      </dgm:t>
    </dgm:pt>
    <dgm:pt modelId="{B550FD6A-7212-4466-B80A-8894393BB699}" type="parTrans" cxnId="{6B1F7E82-6433-41DE-872A-9DCB8997CF11}">
      <dgm:prSet/>
      <dgm:spPr/>
      <dgm:t>
        <a:bodyPr/>
        <a:lstStyle/>
        <a:p>
          <a:endParaRPr lang="en-US"/>
        </a:p>
      </dgm:t>
    </dgm:pt>
    <dgm:pt modelId="{45574801-21E8-4CDE-94D9-D631AFF329BB}" type="sibTrans" cxnId="{6B1F7E82-6433-41DE-872A-9DCB8997CF11}">
      <dgm:prSet/>
      <dgm:spPr/>
      <dgm:t>
        <a:bodyPr/>
        <a:lstStyle/>
        <a:p>
          <a:endParaRPr lang="en-US"/>
        </a:p>
      </dgm:t>
    </dgm:pt>
    <dgm:pt modelId="{7A435C9F-1DEC-4E49-86AE-EBF6FADAC900}">
      <dgm:prSet phldrT="[نص]"/>
      <dgm:spPr/>
      <dgm:t>
        <a:bodyPr/>
        <a:lstStyle/>
        <a:p>
          <a:r>
            <a:rPr lang="en-US" dirty="0" smtClean="0"/>
            <a:t>Short-term</a:t>
          </a:r>
          <a:endParaRPr lang="en-US" dirty="0"/>
        </a:p>
      </dgm:t>
    </dgm:pt>
    <dgm:pt modelId="{A2D6F73A-DD0B-4A7D-A8D0-24F8C3B0EDFD}" type="parTrans" cxnId="{27EAA955-4056-4545-9954-C4B00E7A0EBA}">
      <dgm:prSet/>
      <dgm:spPr/>
      <dgm:t>
        <a:bodyPr/>
        <a:lstStyle/>
        <a:p>
          <a:endParaRPr lang="en-US"/>
        </a:p>
      </dgm:t>
    </dgm:pt>
    <dgm:pt modelId="{B2D829CC-D753-4D05-849E-FA2BF40D5B1C}" type="sibTrans" cxnId="{27EAA955-4056-4545-9954-C4B00E7A0EBA}">
      <dgm:prSet/>
      <dgm:spPr/>
      <dgm:t>
        <a:bodyPr/>
        <a:lstStyle/>
        <a:p>
          <a:endParaRPr lang="en-US"/>
        </a:p>
      </dgm:t>
    </dgm:pt>
    <dgm:pt modelId="{E9E76B09-6998-4540-ADE1-043C5F783B08}">
      <dgm:prSet phldrT="[نص]"/>
      <dgm:spPr/>
      <dgm:t>
        <a:bodyPr/>
        <a:lstStyle/>
        <a:p>
          <a:r>
            <a:rPr lang="en-US" dirty="0" smtClean="0"/>
            <a:t>Operational units</a:t>
          </a:r>
          <a:endParaRPr lang="en-US" dirty="0"/>
        </a:p>
      </dgm:t>
    </dgm:pt>
    <dgm:pt modelId="{15D029DC-A3EF-43F5-9E5D-2661F9019695}" type="parTrans" cxnId="{795D792B-55FA-4C1A-BCEE-9AABB7EF0A08}">
      <dgm:prSet/>
      <dgm:spPr/>
      <dgm:t>
        <a:bodyPr/>
        <a:lstStyle/>
        <a:p>
          <a:endParaRPr lang="en-US"/>
        </a:p>
      </dgm:t>
    </dgm:pt>
    <dgm:pt modelId="{77C7C78E-C452-46F8-886D-7A5BCDD87281}" type="sibTrans" cxnId="{795D792B-55FA-4C1A-BCEE-9AABB7EF0A08}">
      <dgm:prSet/>
      <dgm:spPr/>
      <dgm:t>
        <a:bodyPr/>
        <a:lstStyle/>
        <a:p>
          <a:endParaRPr lang="en-US"/>
        </a:p>
      </dgm:t>
    </dgm:pt>
    <dgm:pt modelId="{A0F7B936-C50E-4480-A43E-A5AE270A13EE}">
      <dgm:prSet phldrT="[نص]"/>
      <dgm:spPr/>
      <dgm:t>
        <a:bodyPr/>
        <a:lstStyle/>
        <a:p>
          <a:r>
            <a:rPr lang="en-US" dirty="0" smtClean="0"/>
            <a:t>Upper management</a:t>
          </a:r>
          <a:endParaRPr lang="en-US" dirty="0"/>
        </a:p>
      </dgm:t>
    </dgm:pt>
    <dgm:pt modelId="{FE878234-6D7B-43B9-9069-06EAC49F79C9}" type="sibTrans" cxnId="{24CC20E4-5044-4F1E-92DF-F50937BF2C9D}">
      <dgm:prSet/>
      <dgm:spPr/>
      <dgm:t>
        <a:bodyPr/>
        <a:lstStyle/>
        <a:p>
          <a:endParaRPr lang="en-US"/>
        </a:p>
      </dgm:t>
    </dgm:pt>
    <dgm:pt modelId="{3A28510C-D799-4586-997B-6D52BB586C78}" type="parTrans" cxnId="{24CC20E4-5044-4F1E-92DF-F50937BF2C9D}">
      <dgm:prSet/>
      <dgm:spPr/>
      <dgm:t>
        <a:bodyPr/>
        <a:lstStyle/>
        <a:p>
          <a:endParaRPr lang="en-US"/>
        </a:p>
      </dgm:t>
    </dgm:pt>
    <dgm:pt modelId="{5E8F9498-2903-4107-82D7-5D4D6CD1A10F}">
      <dgm:prSet phldrT="[نص]"/>
      <dgm:spPr/>
      <dgm:t>
        <a:bodyPr/>
        <a:lstStyle/>
        <a:p>
          <a:r>
            <a:rPr lang="en-US" dirty="0" smtClean="0"/>
            <a:t>Long term(5-10yrs)</a:t>
          </a:r>
          <a:endParaRPr lang="en-US" dirty="0"/>
        </a:p>
      </dgm:t>
    </dgm:pt>
    <dgm:pt modelId="{70FFDB68-AA9E-4290-BE7A-1296710D720C}" type="sibTrans" cxnId="{A21E3ECE-77C6-4D4C-872A-39F42CF0E19C}">
      <dgm:prSet/>
      <dgm:spPr/>
      <dgm:t>
        <a:bodyPr/>
        <a:lstStyle/>
        <a:p>
          <a:endParaRPr lang="en-US"/>
        </a:p>
      </dgm:t>
    </dgm:pt>
    <dgm:pt modelId="{9E6E112C-027C-4C16-9C4D-963AC4D9C675}" type="parTrans" cxnId="{A21E3ECE-77C6-4D4C-872A-39F42CF0E19C}">
      <dgm:prSet/>
      <dgm:spPr/>
      <dgm:t>
        <a:bodyPr/>
        <a:lstStyle/>
        <a:p>
          <a:endParaRPr lang="en-US"/>
        </a:p>
      </dgm:t>
    </dgm:pt>
    <dgm:pt modelId="{F523BA36-D51B-4ADF-ADCE-A66F2E20DD04}" type="pres">
      <dgm:prSet presAssocID="{ACE8D835-D481-4BE0-B48E-C3351D33AC6D}" presName="Name0" presStyleCnt="0">
        <dgm:presLayoutVars>
          <dgm:dir/>
          <dgm:resizeHandles val="exact"/>
        </dgm:presLayoutVars>
      </dgm:prSet>
      <dgm:spPr/>
      <dgm:t>
        <a:bodyPr/>
        <a:lstStyle/>
        <a:p>
          <a:endParaRPr lang="en-US"/>
        </a:p>
      </dgm:t>
    </dgm:pt>
    <dgm:pt modelId="{EE93BC8D-7A76-481C-ABB4-E3490BDE7A5B}" type="pres">
      <dgm:prSet presAssocID="{9CDBD175-52E8-44C1-BB44-8C6B78968645}" presName="node" presStyleLbl="node1" presStyleIdx="0" presStyleCnt="3">
        <dgm:presLayoutVars>
          <dgm:bulletEnabled val="1"/>
        </dgm:presLayoutVars>
      </dgm:prSet>
      <dgm:spPr/>
      <dgm:t>
        <a:bodyPr/>
        <a:lstStyle/>
        <a:p>
          <a:endParaRPr lang="en-US"/>
        </a:p>
      </dgm:t>
    </dgm:pt>
    <dgm:pt modelId="{61FCAF0E-6940-430C-93C6-5FE7B857A5DC}" type="pres">
      <dgm:prSet presAssocID="{F5D92844-99F1-4348-9402-E2E7B5E4F50D}" presName="sibTrans" presStyleCnt="0"/>
      <dgm:spPr/>
    </dgm:pt>
    <dgm:pt modelId="{2EF68A30-7835-43D9-9615-1816F0CD8623}" type="pres">
      <dgm:prSet presAssocID="{79269087-3756-44C6-86B4-8853433F04B3}" presName="node" presStyleLbl="node1" presStyleIdx="1" presStyleCnt="3">
        <dgm:presLayoutVars>
          <dgm:bulletEnabled val="1"/>
        </dgm:presLayoutVars>
      </dgm:prSet>
      <dgm:spPr/>
      <dgm:t>
        <a:bodyPr/>
        <a:lstStyle/>
        <a:p>
          <a:endParaRPr lang="en-US"/>
        </a:p>
      </dgm:t>
    </dgm:pt>
    <dgm:pt modelId="{9F08432A-3267-4785-A29A-CD1456407DA2}" type="pres">
      <dgm:prSet presAssocID="{F13C8FBD-7446-49D2-B72E-93CE85B68C20}" presName="sibTrans" presStyleCnt="0"/>
      <dgm:spPr/>
    </dgm:pt>
    <dgm:pt modelId="{284A764D-7856-4FAB-822C-FEDD6BC007F5}" type="pres">
      <dgm:prSet presAssocID="{ABA5E55A-9227-4281-8752-E1C7748F0962}" presName="node" presStyleLbl="node1" presStyleIdx="2" presStyleCnt="3">
        <dgm:presLayoutVars>
          <dgm:bulletEnabled val="1"/>
        </dgm:presLayoutVars>
      </dgm:prSet>
      <dgm:spPr/>
      <dgm:t>
        <a:bodyPr/>
        <a:lstStyle/>
        <a:p>
          <a:endParaRPr lang="en-US"/>
        </a:p>
      </dgm:t>
    </dgm:pt>
  </dgm:ptLst>
  <dgm:cxnLst>
    <dgm:cxn modelId="{C232C36F-55BF-4D07-BA5D-B7EFB31F4338}" type="presOf" srcId="{CA8DD1DA-9183-41A9-9394-CDB8F6D57AC4}" destId="{2EF68A30-7835-43D9-9615-1816F0CD8623}" srcOrd="0" destOrd="1" presId="urn:microsoft.com/office/officeart/2005/8/layout/hList6"/>
    <dgm:cxn modelId="{24CC20E4-5044-4F1E-92DF-F50937BF2C9D}" srcId="{9CDBD175-52E8-44C1-BB44-8C6B78968645}" destId="{A0F7B936-C50E-4480-A43E-A5AE270A13EE}" srcOrd="1" destOrd="0" parTransId="{3A28510C-D799-4586-997B-6D52BB586C78}" sibTransId="{FE878234-6D7B-43B9-9069-06EAC49F79C9}"/>
    <dgm:cxn modelId="{C808910D-FA94-4CAE-B1E4-D7F3335A793B}" type="presOf" srcId="{79269087-3756-44C6-86B4-8853433F04B3}" destId="{2EF68A30-7835-43D9-9615-1816F0CD8623}" srcOrd="0" destOrd="0" presId="urn:microsoft.com/office/officeart/2005/8/layout/hList6"/>
    <dgm:cxn modelId="{C656F50F-66D6-453A-9D33-50929C69E868}" type="presOf" srcId="{ACE8D835-D481-4BE0-B48E-C3351D33AC6D}" destId="{F523BA36-D51B-4ADF-ADCE-A66F2E20DD04}" srcOrd="0" destOrd="0" presId="urn:microsoft.com/office/officeart/2005/8/layout/hList6"/>
    <dgm:cxn modelId="{6B1F7E82-6433-41DE-872A-9DCB8997CF11}" srcId="{ACE8D835-D481-4BE0-B48E-C3351D33AC6D}" destId="{ABA5E55A-9227-4281-8752-E1C7748F0962}" srcOrd="2" destOrd="0" parTransId="{B550FD6A-7212-4466-B80A-8894393BB699}" sibTransId="{45574801-21E8-4CDE-94D9-D631AFF329BB}"/>
    <dgm:cxn modelId="{9065FE13-3F13-43E9-B834-1BD35B25339A}" srcId="{79269087-3756-44C6-86B4-8853433F04B3}" destId="{9A664625-A44E-4A19-98DD-A64D14A7CBEA}" srcOrd="1" destOrd="0" parTransId="{DB349534-2BDC-4D16-B862-F6918319130F}" sibTransId="{926E0951-2A23-4C6E-AB1F-6A3E27738716}"/>
    <dgm:cxn modelId="{258B7B55-BE3E-42C8-88C0-1985545E628E}" type="presOf" srcId="{7A435C9F-1DEC-4E49-86AE-EBF6FADAC900}" destId="{284A764D-7856-4FAB-822C-FEDD6BC007F5}" srcOrd="0" destOrd="1" presId="urn:microsoft.com/office/officeart/2005/8/layout/hList6"/>
    <dgm:cxn modelId="{C255FBDE-A087-4C86-A087-EB81DF5C870C}" type="presOf" srcId="{A0F7B936-C50E-4480-A43E-A5AE270A13EE}" destId="{EE93BC8D-7A76-481C-ABB4-E3490BDE7A5B}" srcOrd="0" destOrd="2" presId="urn:microsoft.com/office/officeart/2005/8/layout/hList6"/>
    <dgm:cxn modelId="{35CAB956-B936-47A6-B95D-637F2E4C7AAB}" srcId="{79269087-3756-44C6-86B4-8853433F04B3}" destId="{CA8DD1DA-9183-41A9-9394-CDB8F6D57AC4}" srcOrd="0" destOrd="0" parTransId="{05A3C283-DF8B-4F97-8A86-8561CFF7737D}" sibTransId="{2519590B-ABD2-4409-B377-FA4B29828754}"/>
    <dgm:cxn modelId="{795D792B-55FA-4C1A-BCEE-9AABB7EF0A08}" srcId="{ABA5E55A-9227-4281-8752-E1C7748F0962}" destId="{E9E76B09-6998-4540-ADE1-043C5F783B08}" srcOrd="1" destOrd="0" parTransId="{15D029DC-A3EF-43F5-9E5D-2661F9019695}" sibTransId="{77C7C78E-C452-46F8-886D-7A5BCDD87281}"/>
    <dgm:cxn modelId="{A21E3ECE-77C6-4D4C-872A-39F42CF0E19C}" srcId="{9CDBD175-52E8-44C1-BB44-8C6B78968645}" destId="{5E8F9498-2903-4107-82D7-5D4D6CD1A10F}" srcOrd="0" destOrd="0" parTransId="{9E6E112C-027C-4C16-9C4D-963AC4D9C675}" sibTransId="{70FFDB68-AA9E-4290-BE7A-1296710D720C}"/>
    <dgm:cxn modelId="{28613EFE-FB9E-4C81-87AD-71D11EA38958}" type="presOf" srcId="{5E8F9498-2903-4107-82D7-5D4D6CD1A10F}" destId="{EE93BC8D-7A76-481C-ABB4-E3490BDE7A5B}" srcOrd="0" destOrd="1" presId="urn:microsoft.com/office/officeart/2005/8/layout/hList6"/>
    <dgm:cxn modelId="{27EAA955-4056-4545-9954-C4B00E7A0EBA}" srcId="{ABA5E55A-9227-4281-8752-E1C7748F0962}" destId="{7A435C9F-1DEC-4E49-86AE-EBF6FADAC900}" srcOrd="0" destOrd="0" parTransId="{A2D6F73A-DD0B-4A7D-A8D0-24F8C3B0EDFD}" sibTransId="{B2D829CC-D753-4D05-849E-FA2BF40D5B1C}"/>
    <dgm:cxn modelId="{090911B8-1722-4092-B66F-A0373E82601B}" type="presOf" srcId="{9A664625-A44E-4A19-98DD-A64D14A7CBEA}" destId="{2EF68A30-7835-43D9-9615-1816F0CD8623}" srcOrd="0" destOrd="2" presId="urn:microsoft.com/office/officeart/2005/8/layout/hList6"/>
    <dgm:cxn modelId="{9E867604-9822-4D1F-93D8-C408206F170B}" srcId="{ACE8D835-D481-4BE0-B48E-C3351D33AC6D}" destId="{9CDBD175-52E8-44C1-BB44-8C6B78968645}" srcOrd="0" destOrd="0" parTransId="{185DF726-B35C-4BF8-9E36-4AEE2FF01C13}" sibTransId="{F5D92844-99F1-4348-9402-E2E7B5E4F50D}"/>
    <dgm:cxn modelId="{89ADD2A6-D04E-4D63-85C0-2DB461CB2F3C}" type="presOf" srcId="{ABA5E55A-9227-4281-8752-E1C7748F0962}" destId="{284A764D-7856-4FAB-822C-FEDD6BC007F5}" srcOrd="0" destOrd="0" presId="urn:microsoft.com/office/officeart/2005/8/layout/hList6"/>
    <dgm:cxn modelId="{7B6E2D9D-8B4F-468D-A6C4-D04030CC2FFA}" type="presOf" srcId="{E9E76B09-6998-4540-ADE1-043C5F783B08}" destId="{284A764D-7856-4FAB-822C-FEDD6BC007F5}" srcOrd="0" destOrd="2" presId="urn:microsoft.com/office/officeart/2005/8/layout/hList6"/>
    <dgm:cxn modelId="{B0D9D91B-E8C1-4B86-8D0B-4042DED6F1C5}" srcId="{ACE8D835-D481-4BE0-B48E-C3351D33AC6D}" destId="{79269087-3756-44C6-86B4-8853433F04B3}" srcOrd="1" destOrd="0" parTransId="{8C0EB72D-802E-4331-B389-1646DBF63A12}" sibTransId="{F13C8FBD-7446-49D2-B72E-93CE85B68C20}"/>
    <dgm:cxn modelId="{50FA0D34-F50B-4BC5-9071-94A1DAF13E93}" type="presOf" srcId="{9CDBD175-52E8-44C1-BB44-8C6B78968645}" destId="{EE93BC8D-7A76-481C-ABB4-E3490BDE7A5B}" srcOrd="0" destOrd="0" presId="urn:microsoft.com/office/officeart/2005/8/layout/hList6"/>
    <dgm:cxn modelId="{29FEF6E1-07F2-426E-8329-2255CD3236B5}" type="presParOf" srcId="{F523BA36-D51B-4ADF-ADCE-A66F2E20DD04}" destId="{EE93BC8D-7A76-481C-ABB4-E3490BDE7A5B}" srcOrd="0" destOrd="0" presId="urn:microsoft.com/office/officeart/2005/8/layout/hList6"/>
    <dgm:cxn modelId="{C908F862-26E9-4F56-8E66-420A016CA71D}" type="presParOf" srcId="{F523BA36-D51B-4ADF-ADCE-A66F2E20DD04}" destId="{61FCAF0E-6940-430C-93C6-5FE7B857A5DC}" srcOrd="1" destOrd="0" presId="urn:microsoft.com/office/officeart/2005/8/layout/hList6"/>
    <dgm:cxn modelId="{96F8BC5F-8C27-4F7C-A7C0-5A4CEF25534A}" type="presParOf" srcId="{F523BA36-D51B-4ADF-ADCE-A66F2E20DD04}" destId="{2EF68A30-7835-43D9-9615-1816F0CD8623}" srcOrd="2" destOrd="0" presId="urn:microsoft.com/office/officeart/2005/8/layout/hList6"/>
    <dgm:cxn modelId="{81DE3E78-74F1-481E-A7F2-AA9A8DFD970E}" type="presParOf" srcId="{F523BA36-D51B-4ADF-ADCE-A66F2E20DD04}" destId="{9F08432A-3267-4785-A29A-CD1456407DA2}" srcOrd="3" destOrd="0" presId="urn:microsoft.com/office/officeart/2005/8/layout/hList6"/>
    <dgm:cxn modelId="{75BE6D16-9E2E-46D3-B941-9B02BE952548}" type="presParOf" srcId="{F523BA36-D51B-4ADF-ADCE-A66F2E20DD04}" destId="{284A764D-7856-4FAB-822C-FEDD6BC007F5}"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93BC8D-7A76-481C-ABB4-E3490BDE7A5B}">
      <dsp:nvSpPr>
        <dsp:cNvPr id="0" name=""/>
        <dsp:cNvSpPr/>
      </dsp:nvSpPr>
      <dsp:spPr>
        <a:xfrm rot="16200000">
          <a:off x="-935412" y="936450"/>
          <a:ext cx="4572000" cy="2699098"/>
        </a:xfrm>
        <a:prstGeom prst="flowChartManualOperation">
          <a:avLst/>
        </a:prstGeom>
        <a:solidFill>
          <a:schemeClr val="accent5">
            <a:hueOff val="0"/>
            <a:satOff val="0"/>
            <a:lumOff val="0"/>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84150" tIns="0" rIns="182904" bIns="0" numCol="1" spcCol="1270" anchor="t" anchorCtr="0">
          <a:noAutofit/>
        </a:bodyPr>
        <a:lstStyle/>
        <a:p>
          <a:pPr lvl="0" algn="l" defTabSz="1289050">
            <a:lnSpc>
              <a:spcPct val="90000"/>
            </a:lnSpc>
            <a:spcBef>
              <a:spcPct val="0"/>
            </a:spcBef>
            <a:spcAft>
              <a:spcPct val="35000"/>
            </a:spcAft>
          </a:pPr>
          <a:r>
            <a:rPr lang="en-US" sz="2900" b="1" kern="1200" dirty="0" smtClean="0"/>
            <a:t>Strategic</a:t>
          </a:r>
          <a:endParaRPr lang="en-US" sz="2900" b="1" kern="1200" dirty="0"/>
        </a:p>
        <a:p>
          <a:pPr marL="228600" lvl="1" indent="-228600" algn="l" defTabSz="1022350">
            <a:lnSpc>
              <a:spcPct val="90000"/>
            </a:lnSpc>
            <a:spcBef>
              <a:spcPct val="0"/>
            </a:spcBef>
            <a:spcAft>
              <a:spcPct val="15000"/>
            </a:spcAft>
            <a:buChar char="••"/>
          </a:pPr>
          <a:r>
            <a:rPr lang="en-US" sz="2300" kern="1200" dirty="0" smtClean="0"/>
            <a:t>Long term(5-10yrs)</a:t>
          </a:r>
          <a:endParaRPr lang="en-US" sz="2300" kern="1200" dirty="0"/>
        </a:p>
        <a:p>
          <a:pPr marL="228600" lvl="1" indent="-228600" algn="l" defTabSz="1022350">
            <a:lnSpc>
              <a:spcPct val="90000"/>
            </a:lnSpc>
            <a:spcBef>
              <a:spcPct val="0"/>
            </a:spcBef>
            <a:spcAft>
              <a:spcPct val="15000"/>
            </a:spcAft>
            <a:buChar char="••"/>
          </a:pPr>
          <a:r>
            <a:rPr lang="en-US" sz="2300" kern="1200" dirty="0" smtClean="0"/>
            <a:t>Upper management</a:t>
          </a:r>
          <a:endParaRPr lang="en-US" sz="2300" kern="1200" dirty="0"/>
        </a:p>
      </dsp:txBody>
      <dsp:txXfrm rot="5400000">
        <a:off x="1039" y="914399"/>
        <a:ext cx="2699098" cy="2743200"/>
      </dsp:txXfrm>
    </dsp:sp>
    <dsp:sp modelId="{2EF68A30-7835-43D9-9615-1816F0CD8623}">
      <dsp:nvSpPr>
        <dsp:cNvPr id="0" name=""/>
        <dsp:cNvSpPr/>
      </dsp:nvSpPr>
      <dsp:spPr>
        <a:xfrm rot="16200000">
          <a:off x="1966119" y="936450"/>
          <a:ext cx="4572000" cy="2699098"/>
        </a:xfrm>
        <a:prstGeom prst="flowChartManualOperation">
          <a:avLst/>
        </a:prstGeom>
        <a:solidFill>
          <a:schemeClr val="accent5">
            <a:hueOff val="-2510283"/>
            <a:satOff val="20547"/>
            <a:lumOff val="-3333"/>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84150" tIns="0" rIns="182904" bIns="0" numCol="1" spcCol="1270" anchor="t" anchorCtr="0">
          <a:noAutofit/>
        </a:bodyPr>
        <a:lstStyle/>
        <a:p>
          <a:pPr lvl="0" algn="l" defTabSz="1289050">
            <a:lnSpc>
              <a:spcPct val="90000"/>
            </a:lnSpc>
            <a:spcBef>
              <a:spcPct val="0"/>
            </a:spcBef>
            <a:spcAft>
              <a:spcPct val="35000"/>
            </a:spcAft>
          </a:pPr>
          <a:r>
            <a:rPr lang="en-US" sz="2900" b="1" kern="1200" dirty="0" smtClean="0"/>
            <a:t>Tactical</a:t>
          </a:r>
          <a:endParaRPr lang="en-US" sz="2900" b="1" kern="1200" dirty="0"/>
        </a:p>
        <a:p>
          <a:pPr marL="228600" lvl="1" indent="-228600" algn="l" defTabSz="1022350">
            <a:lnSpc>
              <a:spcPct val="90000"/>
            </a:lnSpc>
            <a:spcBef>
              <a:spcPct val="0"/>
            </a:spcBef>
            <a:spcAft>
              <a:spcPct val="15000"/>
            </a:spcAft>
            <a:buChar char="••"/>
          </a:pPr>
          <a:r>
            <a:rPr lang="en-US" sz="2300" kern="1200" dirty="0" smtClean="0"/>
            <a:t>Mid-term</a:t>
          </a:r>
          <a:endParaRPr lang="en-US" sz="2300" kern="1200" dirty="0"/>
        </a:p>
        <a:p>
          <a:pPr marL="228600" lvl="1" indent="-228600" algn="l" defTabSz="1022350">
            <a:lnSpc>
              <a:spcPct val="90000"/>
            </a:lnSpc>
            <a:spcBef>
              <a:spcPct val="0"/>
            </a:spcBef>
            <a:spcAft>
              <a:spcPct val="15000"/>
            </a:spcAft>
            <a:buChar char="••"/>
          </a:pPr>
          <a:r>
            <a:rPr lang="en-US" sz="2300" kern="1200" dirty="0" smtClean="0"/>
            <a:t>Specific program or managing units</a:t>
          </a:r>
          <a:endParaRPr lang="en-US" sz="2300" kern="1200" dirty="0"/>
        </a:p>
      </dsp:txBody>
      <dsp:txXfrm rot="5400000">
        <a:off x="2902570" y="914399"/>
        <a:ext cx="2699098" cy="2743200"/>
      </dsp:txXfrm>
    </dsp:sp>
    <dsp:sp modelId="{284A764D-7856-4FAB-822C-FEDD6BC007F5}">
      <dsp:nvSpPr>
        <dsp:cNvPr id="0" name=""/>
        <dsp:cNvSpPr/>
      </dsp:nvSpPr>
      <dsp:spPr>
        <a:xfrm rot="16200000">
          <a:off x="4867650" y="936450"/>
          <a:ext cx="4572000" cy="2699098"/>
        </a:xfrm>
        <a:prstGeom prst="flowChartManualOperation">
          <a:avLst/>
        </a:prstGeom>
        <a:solidFill>
          <a:schemeClr val="accent5">
            <a:hueOff val="-5020566"/>
            <a:satOff val="41093"/>
            <a:lumOff val="-6666"/>
            <a:alphaOff val="0"/>
          </a:schemeClr>
        </a:solid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84150" tIns="0" rIns="182904" bIns="0" numCol="1" spcCol="1270" anchor="t" anchorCtr="0">
          <a:noAutofit/>
        </a:bodyPr>
        <a:lstStyle/>
        <a:p>
          <a:pPr lvl="0" algn="l" defTabSz="1289050">
            <a:lnSpc>
              <a:spcPct val="90000"/>
            </a:lnSpc>
            <a:spcBef>
              <a:spcPct val="0"/>
            </a:spcBef>
            <a:spcAft>
              <a:spcPct val="35000"/>
            </a:spcAft>
          </a:pPr>
          <a:r>
            <a:rPr lang="en-US" sz="2900" b="1" kern="1200" dirty="0" smtClean="0"/>
            <a:t>Operational</a:t>
          </a:r>
          <a:endParaRPr lang="en-US" sz="2900" b="1" kern="1200" dirty="0"/>
        </a:p>
        <a:p>
          <a:pPr marL="228600" lvl="1" indent="-228600" algn="l" defTabSz="1022350">
            <a:lnSpc>
              <a:spcPct val="90000"/>
            </a:lnSpc>
            <a:spcBef>
              <a:spcPct val="0"/>
            </a:spcBef>
            <a:spcAft>
              <a:spcPct val="15000"/>
            </a:spcAft>
            <a:buChar char="••"/>
          </a:pPr>
          <a:r>
            <a:rPr lang="en-US" sz="2300" kern="1200" dirty="0" smtClean="0"/>
            <a:t>Short-term</a:t>
          </a:r>
          <a:endParaRPr lang="en-US" sz="2300" kern="1200" dirty="0"/>
        </a:p>
        <a:p>
          <a:pPr marL="228600" lvl="1" indent="-228600" algn="l" defTabSz="1022350">
            <a:lnSpc>
              <a:spcPct val="90000"/>
            </a:lnSpc>
            <a:spcBef>
              <a:spcPct val="0"/>
            </a:spcBef>
            <a:spcAft>
              <a:spcPct val="15000"/>
            </a:spcAft>
            <a:buChar char="••"/>
          </a:pPr>
          <a:r>
            <a:rPr lang="en-US" sz="2300" kern="1200" dirty="0" smtClean="0"/>
            <a:t>Operational units</a:t>
          </a:r>
          <a:endParaRPr lang="en-US" sz="2300" kern="1200" dirty="0"/>
        </a:p>
      </dsp:txBody>
      <dsp:txXfrm rot="5400000">
        <a:off x="5804101" y="914399"/>
        <a:ext cx="2699098" cy="274320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عنصر نائب للتاريخ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B5107E-CECF-4AD7-A1F3-CDF37DDA36CC}" type="datetimeFigureOut">
              <a:rPr lang="en-US" smtClean="0"/>
              <a:pPr/>
              <a:t>12/5/2023</a:t>
            </a:fld>
            <a:endParaRPr lang="en-US"/>
          </a:p>
        </p:txBody>
      </p:sp>
      <p:sp>
        <p:nvSpPr>
          <p:cNvPr id="4" name="عنصر نائب لصورة الشريحة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عنصر نائب للملاحظات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6" name="عنصر نائب للتذييل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عنصر نائب لرقم الشريحة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EDF9B8-AA64-4A9B-8D6D-4003701C52D0}" type="slidenum">
              <a:rPr lang="en-US" smtClean="0"/>
              <a:pPr/>
              <a:t>‹#›</a:t>
            </a:fld>
            <a:endParaRPr lang="en-US"/>
          </a:p>
        </p:txBody>
      </p:sp>
    </p:spTree>
    <p:extLst>
      <p:ext uri="{BB962C8B-B14F-4D97-AF65-F5344CB8AC3E}">
        <p14:creationId xmlns:p14="http://schemas.microsoft.com/office/powerpoint/2010/main" val="3272569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9234FD-F417-443E-B936-0AD6E2F7E5E6}" type="slidenum">
              <a:rPr lang="en-US"/>
              <a:pPr/>
              <a:t>17</a:t>
            </a:fld>
            <a:endParaRPr lang="en-US"/>
          </a:p>
        </p:txBody>
      </p:sp>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p:txBody>
          <a:bodyPr/>
          <a:lstStyle/>
          <a:p>
            <a:endParaRPr lang="ru-RU"/>
          </a:p>
        </p:txBody>
      </p:sp>
    </p:spTree>
    <p:extLst>
      <p:ext uri="{BB962C8B-B14F-4D97-AF65-F5344CB8AC3E}">
        <p14:creationId xmlns:p14="http://schemas.microsoft.com/office/powerpoint/2010/main" val="2385174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bg>
      <p:bgRef idx="1001">
        <a:schemeClr val="bg2"/>
      </p:bgRef>
    </p:bg>
    <p:spTree>
      <p:nvGrpSpPr>
        <p:cNvPr id="1" name=""/>
        <p:cNvGrpSpPr/>
        <p:nvPr/>
      </p:nvGrpSpPr>
      <p:grpSpPr>
        <a:xfrm>
          <a:off x="0" y="0"/>
          <a:ext cx="0" cy="0"/>
          <a:chOff x="0" y="0"/>
          <a:chExt cx="0" cy="0"/>
        </a:xfrm>
      </p:grpSpPr>
      <p:sp>
        <p:nvSpPr>
          <p:cNvPr id="15" name="مستطيل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مستطيل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مستطيل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مستطيل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مستطيل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عنوان فرعي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ar-SA" smtClean="0"/>
              <a:t>انقر لتحرير نمط العنوان الثانوي الرئيسي</a:t>
            </a:r>
            <a:endParaRPr kumimoji="0" lang="en-US"/>
          </a:p>
        </p:txBody>
      </p:sp>
      <p:sp>
        <p:nvSpPr>
          <p:cNvPr id="28" name="عنصر نائب للتاريخ 27"/>
          <p:cNvSpPr>
            <a:spLocks noGrp="1"/>
          </p:cNvSpPr>
          <p:nvPr>
            <p:ph type="dt" sz="half" idx="10"/>
          </p:nvPr>
        </p:nvSpPr>
        <p:spPr/>
        <p:txBody>
          <a:bodyPr/>
          <a:lstStyle/>
          <a:p>
            <a:fld id="{D1CDDFF2-AAD3-4EA1-9279-0D470EEFB645}" type="datetimeFigureOut">
              <a:rPr lang="en-US" smtClean="0"/>
              <a:pPr/>
              <a:t>12/5/2023</a:t>
            </a:fld>
            <a:endParaRPr lang="en-US"/>
          </a:p>
        </p:txBody>
      </p:sp>
      <p:sp>
        <p:nvSpPr>
          <p:cNvPr id="17" name="عنصر نائب للتذييل 16"/>
          <p:cNvSpPr>
            <a:spLocks noGrp="1"/>
          </p:cNvSpPr>
          <p:nvPr>
            <p:ph type="ftr" sz="quarter" idx="11"/>
          </p:nvPr>
        </p:nvSpPr>
        <p:spPr/>
        <p:txBody>
          <a:bodyPr/>
          <a:lstStyle/>
          <a:p>
            <a:endParaRPr lang="en-US"/>
          </a:p>
        </p:txBody>
      </p:sp>
      <p:sp>
        <p:nvSpPr>
          <p:cNvPr id="7" name="رابط مستقيم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مستطيل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شكل بيضاوي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شكل بيضاوي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عنصر نائب لرقم الشريحة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CCB7061C-BE9B-4931-A8F2-5C0C693016E5}" type="slidenum">
              <a:rPr lang="en-US" smtClean="0"/>
              <a:pPr/>
              <a:t>‹#›</a:t>
            </a:fld>
            <a:endParaRPr lang="en-US"/>
          </a:p>
        </p:txBody>
      </p:sp>
      <p:sp>
        <p:nvSpPr>
          <p:cNvPr id="8" name="عنوان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ar-SA" smtClean="0"/>
              <a:t>انقر لتحرير نمط العنوان الرئيسي</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bg>
      <p:bgRef idx="1001">
        <a:schemeClr val="bg2"/>
      </p:bgRef>
    </p:bg>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solidFill>
                  <a:schemeClr val="accent3">
                    <a:shade val="75000"/>
                  </a:schemeClr>
                </a:solidFill>
              </a:defRPr>
            </a:lvl1pPr>
          </a:lstStyle>
          <a:p>
            <a:r>
              <a:rPr kumimoji="0" lang="ar-SA" smtClean="0"/>
              <a:t>انقر لتحرير نمط العنوان الرئيسي</a:t>
            </a:r>
            <a:endParaRPr kumimoji="0" lang="en-US"/>
          </a:p>
        </p:txBody>
      </p:sp>
      <p:sp>
        <p:nvSpPr>
          <p:cNvPr id="4" name="عنصر نائب للتاريخ 3"/>
          <p:cNvSpPr>
            <a:spLocks noGrp="1"/>
          </p:cNvSpPr>
          <p:nvPr>
            <p:ph type="dt" sz="half" idx="10"/>
          </p:nvPr>
        </p:nvSpPr>
        <p:spPr/>
        <p:txBody>
          <a:bodyPr/>
          <a:lstStyle/>
          <a:p>
            <a:fld id="{D1CDDFF2-AAD3-4EA1-9279-0D470EEFB645}" type="datetimeFigureOut">
              <a:rPr lang="en-US" smtClean="0"/>
              <a:pPr/>
              <a:t>12/5/2023</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a:xfrm>
            <a:off x="4361688" y="1026372"/>
            <a:ext cx="457200" cy="441325"/>
          </a:xfrm>
        </p:spPr>
        <p:txBody>
          <a:bodyPr/>
          <a:lstStyle/>
          <a:p>
            <a:fld id="{CCB7061C-BE9B-4931-A8F2-5C0C693016E5}" type="slidenum">
              <a:rPr lang="en-US" smtClean="0"/>
              <a:pPr/>
              <a:t>‹#›</a:t>
            </a:fld>
            <a:endParaRPr lang="en-US"/>
          </a:p>
        </p:txBody>
      </p:sp>
      <p:sp>
        <p:nvSpPr>
          <p:cNvPr id="8" name="عنصر نائب للمحتوى 7"/>
          <p:cNvSpPr>
            <a:spLocks noGrp="1"/>
          </p:cNvSpPr>
          <p:nvPr>
            <p:ph sz="quarter" idx="1"/>
          </p:nvPr>
        </p:nvSpPr>
        <p:spPr>
          <a:xfrm>
            <a:off x="301752" y="1527048"/>
            <a:ext cx="8503920" cy="4572000"/>
          </a:xfrm>
        </p:spPr>
        <p:txBody>
          <a:body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bg>
      <p:bgRef idx="1001">
        <a:schemeClr val="bg1"/>
      </p:bgRef>
    </p:bg>
    <p:spTree>
      <p:nvGrpSpPr>
        <p:cNvPr id="1" name=""/>
        <p:cNvGrpSpPr/>
        <p:nvPr/>
      </p:nvGrpSpPr>
      <p:grpSpPr>
        <a:xfrm>
          <a:off x="0" y="0"/>
          <a:ext cx="0" cy="0"/>
          <a:chOff x="0" y="0"/>
          <a:chExt cx="0" cy="0"/>
        </a:xfrm>
      </p:grpSpPr>
      <p:sp>
        <p:nvSpPr>
          <p:cNvPr id="17" name="مستطيل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مستطيل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مستطيل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مستطيل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مستطيل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مستطيل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عنصر نائب للنص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ar-SA" smtClean="0"/>
              <a:t>انقر لتحرير أنماط النص الرئيسي</a:t>
            </a:r>
          </a:p>
        </p:txBody>
      </p:sp>
      <p:sp>
        <p:nvSpPr>
          <p:cNvPr id="13" name="مستطيل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مستطيل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عنصر نائب للتذييل 4"/>
          <p:cNvSpPr>
            <a:spLocks noGrp="1"/>
          </p:cNvSpPr>
          <p:nvPr>
            <p:ph type="ftr" sz="quarter" idx="11"/>
          </p:nvPr>
        </p:nvSpPr>
        <p:spPr/>
        <p:txBody>
          <a:bodyPr/>
          <a:lstStyle/>
          <a:p>
            <a:endParaRPr lang="en-US"/>
          </a:p>
        </p:txBody>
      </p:sp>
      <p:sp>
        <p:nvSpPr>
          <p:cNvPr id="4" name="عنصر نائب للتاريخ 3"/>
          <p:cNvSpPr>
            <a:spLocks noGrp="1"/>
          </p:cNvSpPr>
          <p:nvPr>
            <p:ph type="dt" sz="half" idx="10"/>
          </p:nvPr>
        </p:nvSpPr>
        <p:spPr/>
        <p:txBody>
          <a:bodyPr/>
          <a:lstStyle/>
          <a:p>
            <a:fld id="{D1CDDFF2-AAD3-4EA1-9279-0D470EEFB645}" type="datetimeFigureOut">
              <a:rPr lang="en-US" smtClean="0"/>
              <a:pPr/>
              <a:t>12/5/2023</a:t>
            </a:fld>
            <a:endParaRPr lang="en-US"/>
          </a:p>
        </p:txBody>
      </p:sp>
      <p:sp>
        <p:nvSpPr>
          <p:cNvPr id="8" name="رابط مستقيم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شكل بيضاوي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شكل بيضاوي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عنصر نائب لرقم الشريحة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CCB7061C-BE9B-4931-A8F2-5C0C693016E5}" type="slidenum">
              <a:rPr lang="en-US" smtClean="0"/>
              <a:pPr/>
              <a:t>‹#›</a:t>
            </a:fld>
            <a:endParaRPr lang="en-US"/>
          </a:p>
        </p:txBody>
      </p:sp>
      <p:sp>
        <p:nvSpPr>
          <p:cNvPr id="2" name="عنوان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ar-SA" smtClean="0"/>
              <a:t>انقر لتحرير نمط العنوان الرئيسي</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bg>
      <p:bgRef idx="1001">
        <a:schemeClr val="bg2"/>
      </p:bgRef>
    </p:bg>
    <p:spTree>
      <p:nvGrpSpPr>
        <p:cNvPr id="1" name=""/>
        <p:cNvGrpSpPr/>
        <p:nvPr/>
      </p:nvGrpSpPr>
      <p:grpSpPr>
        <a:xfrm>
          <a:off x="0" y="0"/>
          <a:ext cx="0" cy="0"/>
          <a:chOff x="0" y="0"/>
          <a:chExt cx="0" cy="0"/>
        </a:xfrm>
      </p:grpSpPr>
      <p:sp>
        <p:nvSpPr>
          <p:cNvPr id="2" name="عنوان 1"/>
          <p:cNvSpPr>
            <a:spLocks noGrp="1"/>
          </p:cNvSpPr>
          <p:nvPr>
            <p:ph type="title"/>
          </p:nvPr>
        </p:nvSpPr>
        <p:spPr>
          <a:xfrm>
            <a:off x="301752" y="228600"/>
            <a:ext cx="8534400" cy="758952"/>
          </a:xfrm>
        </p:spPr>
        <p:txBody>
          <a:bodyPr/>
          <a:lstStyle/>
          <a:p>
            <a:r>
              <a:rPr kumimoji="0" lang="ar-SA" smtClean="0"/>
              <a:t>انقر لتحرير نمط العنوان الرئيسي</a:t>
            </a:r>
            <a:endParaRPr kumimoji="0" lang="en-US"/>
          </a:p>
        </p:txBody>
      </p:sp>
      <p:sp>
        <p:nvSpPr>
          <p:cNvPr id="5" name="عنصر نائب للتاريخ 4"/>
          <p:cNvSpPr>
            <a:spLocks noGrp="1"/>
          </p:cNvSpPr>
          <p:nvPr>
            <p:ph type="dt" sz="half" idx="10"/>
          </p:nvPr>
        </p:nvSpPr>
        <p:spPr>
          <a:xfrm>
            <a:off x="5791200" y="6409944"/>
            <a:ext cx="3044952" cy="365760"/>
          </a:xfrm>
        </p:spPr>
        <p:txBody>
          <a:bodyPr/>
          <a:lstStyle/>
          <a:p>
            <a:fld id="{D1CDDFF2-AAD3-4EA1-9279-0D470EEFB645}" type="datetimeFigureOut">
              <a:rPr lang="en-US" smtClean="0"/>
              <a:pPr/>
              <a:t>12/5/2023</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CCB7061C-BE9B-4931-A8F2-5C0C693016E5}" type="slidenum">
              <a:rPr lang="en-US" smtClean="0"/>
              <a:pPr/>
              <a:t>‹#›</a:t>
            </a:fld>
            <a:endParaRPr lang="en-US"/>
          </a:p>
        </p:txBody>
      </p:sp>
      <p:sp>
        <p:nvSpPr>
          <p:cNvPr id="8" name="رابط مستقيم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عنصر نائب للمحتوى 9"/>
          <p:cNvSpPr>
            <a:spLocks noGrp="1"/>
          </p:cNvSpPr>
          <p:nvPr>
            <p:ph sz="half" idx="1"/>
          </p:nvPr>
        </p:nvSpPr>
        <p:spPr>
          <a:xfrm>
            <a:off x="301752" y="1371600"/>
            <a:ext cx="4038600" cy="4681728"/>
          </a:xfrm>
        </p:spPr>
        <p:txBody>
          <a:bodyPr/>
          <a:lstStyle>
            <a:lvl1pPr>
              <a:defRPr sz="2500"/>
            </a:lvl1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12" name="عنصر نائب للمحتوى 11"/>
          <p:cNvSpPr>
            <a:spLocks noGrp="1"/>
          </p:cNvSpPr>
          <p:nvPr>
            <p:ph sz="half" idx="2"/>
          </p:nvPr>
        </p:nvSpPr>
        <p:spPr>
          <a:xfrm>
            <a:off x="4800600" y="1371600"/>
            <a:ext cx="4038600" cy="4681728"/>
          </a:xfrm>
        </p:spPr>
        <p:txBody>
          <a:bodyPr/>
          <a:lstStyle>
            <a:lvl1pPr>
              <a:defRPr sz="2500"/>
            </a:lvl1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مقارنة">
    <p:bg>
      <p:bgRef idx="1001">
        <a:schemeClr val="bg2"/>
      </p:bgRef>
    </p:bg>
    <p:spTree>
      <p:nvGrpSpPr>
        <p:cNvPr id="1" name=""/>
        <p:cNvGrpSpPr/>
        <p:nvPr/>
      </p:nvGrpSpPr>
      <p:grpSpPr>
        <a:xfrm>
          <a:off x="0" y="0"/>
          <a:ext cx="0" cy="0"/>
          <a:chOff x="0" y="0"/>
          <a:chExt cx="0" cy="0"/>
        </a:xfrm>
      </p:grpSpPr>
      <p:sp>
        <p:nvSpPr>
          <p:cNvPr id="10" name="رابط مستقيم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مستطيل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مستطيل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مستطيل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مستطيل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مستطيل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مستطيل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عنصر نائب للنص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ar-SA" smtClean="0"/>
              <a:t>انقر لتحرير أنماط النص الرئيسي</a:t>
            </a:r>
          </a:p>
        </p:txBody>
      </p:sp>
      <p:sp>
        <p:nvSpPr>
          <p:cNvPr id="4" name="عنصر نائب للنص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ar-SA" smtClean="0"/>
              <a:t>انقر لتحرير أنماط النص الرئيسي</a:t>
            </a:r>
          </a:p>
        </p:txBody>
      </p:sp>
      <p:sp>
        <p:nvSpPr>
          <p:cNvPr id="7" name="عنصر نائب للتاريخ 6"/>
          <p:cNvSpPr>
            <a:spLocks noGrp="1"/>
          </p:cNvSpPr>
          <p:nvPr>
            <p:ph type="dt" sz="half" idx="10"/>
          </p:nvPr>
        </p:nvSpPr>
        <p:spPr/>
        <p:txBody>
          <a:bodyPr/>
          <a:lstStyle/>
          <a:p>
            <a:fld id="{D1CDDFF2-AAD3-4EA1-9279-0D470EEFB645}" type="datetimeFigureOut">
              <a:rPr lang="en-US" smtClean="0"/>
              <a:pPr/>
              <a:t>12/5/2023</a:t>
            </a:fld>
            <a:endParaRPr lang="en-US"/>
          </a:p>
        </p:txBody>
      </p:sp>
      <p:sp>
        <p:nvSpPr>
          <p:cNvPr id="8" name="عنصر نائب للتذييل 7"/>
          <p:cNvSpPr>
            <a:spLocks noGrp="1"/>
          </p:cNvSpPr>
          <p:nvPr>
            <p:ph type="ftr" sz="quarter" idx="11"/>
          </p:nvPr>
        </p:nvSpPr>
        <p:spPr>
          <a:xfrm>
            <a:off x="304800" y="6409944"/>
            <a:ext cx="3581400" cy="365760"/>
          </a:xfrm>
        </p:spPr>
        <p:txBody>
          <a:bodyPr/>
          <a:lstStyle/>
          <a:p>
            <a:endParaRPr lang="en-US"/>
          </a:p>
        </p:txBody>
      </p:sp>
      <p:sp>
        <p:nvSpPr>
          <p:cNvPr id="15" name="رابط مستقيم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مستطيل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عنصر نائب للمحتوى 23"/>
          <p:cNvSpPr>
            <a:spLocks noGrp="1"/>
          </p:cNvSpPr>
          <p:nvPr>
            <p:ph sz="quarter" idx="2"/>
          </p:nvPr>
        </p:nvSpPr>
        <p:spPr>
          <a:xfrm>
            <a:off x="301752" y="2471383"/>
            <a:ext cx="4041648" cy="3818404"/>
          </a:xfrm>
        </p:spPr>
        <p:txBody>
          <a:body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26" name="عنصر نائب للمحتوى 25"/>
          <p:cNvSpPr>
            <a:spLocks noGrp="1"/>
          </p:cNvSpPr>
          <p:nvPr>
            <p:ph sz="quarter" idx="4"/>
          </p:nvPr>
        </p:nvSpPr>
        <p:spPr>
          <a:xfrm>
            <a:off x="4800600" y="2471383"/>
            <a:ext cx="4038600" cy="3822192"/>
          </a:xfrm>
        </p:spPr>
        <p:txBody>
          <a:body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25" name="شكل بيضاوي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شكل بيضاوي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عنصر نائب لرقم الشريحة 8"/>
          <p:cNvSpPr>
            <a:spLocks noGrp="1"/>
          </p:cNvSpPr>
          <p:nvPr>
            <p:ph type="sldNum" sz="quarter" idx="12"/>
          </p:nvPr>
        </p:nvSpPr>
        <p:spPr>
          <a:xfrm>
            <a:off x="4343400" y="1042416"/>
            <a:ext cx="457200" cy="441325"/>
          </a:xfrm>
        </p:spPr>
        <p:txBody>
          <a:bodyPr/>
          <a:lstStyle>
            <a:lvl1pPr algn="ctr">
              <a:defRPr/>
            </a:lvl1pPr>
          </a:lstStyle>
          <a:p>
            <a:fld id="{CCB7061C-BE9B-4931-A8F2-5C0C693016E5}" type="slidenum">
              <a:rPr lang="en-US" smtClean="0"/>
              <a:pPr/>
              <a:t>‹#›</a:t>
            </a:fld>
            <a:endParaRPr lang="en-US"/>
          </a:p>
        </p:txBody>
      </p:sp>
      <p:sp>
        <p:nvSpPr>
          <p:cNvPr id="23" name="عنوان 22"/>
          <p:cNvSpPr>
            <a:spLocks noGrp="1"/>
          </p:cNvSpPr>
          <p:nvPr>
            <p:ph type="title"/>
          </p:nvPr>
        </p:nvSpPr>
        <p:spPr/>
        <p:txBody>
          <a:bodyPr rtlCol="0" anchor="b" anchorCtr="0"/>
          <a:lstStyle/>
          <a:p>
            <a:r>
              <a:rPr kumimoji="0" lang="ar-SA" smtClean="0"/>
              <a:t>انقر لتحرير نمط العنوان الرئيسي</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kumimoji="0" lang="ar-SA" smtClean="0"/>
              <a:t>انقر لتحرير نمط العنوان الرئيسي</a:t>
            </a:r>
            <a:endParaRPr kumimoji="0" lang="en-US"/>
          </a:p>
        </p:txBody>
      </p:sp>
      <p:sp>
        <p:nvSpPr>
          <p:cNvPr id="3" name="عنصر نائب للتاريخ 2"/>
          <p:cNvSpPr>
            <a:spLocks noGrp="1"/>
          </p:cNvSpPr>
          <p:nvPr>
            <p:ph type="dt" sz="half" idx="10"/>
          </p:nvPr>
        </p:nvSpPr>
        <p:spPr/>
        <p:txBody>
          <a:bodyPr/>
          <a:lstStyle/>
          <a:p>
            <a:fld id="{D1CDDFF2-AAD3-4EA1-9279-0D470EEFB645}" type="datetimeFigureOut">
              <a:rPr lang="en-US" smtClean="0"/>
              <a:pPr/>
              <a:t>12/5/2023</a:t>
            </a:fld>
            <a:endParaRPr lang="en-US"/>
          </a:p>
        </p:txBody>
      </p:sp>
      <p:sp>
        <p:nvSpPr>
          <p:cNvPr id="4" name="عنصر نائب للتذييل 3"/>
          <p:cNvSpPr>
            <a:spLocks noGrp="1"/>
          </p:cNvSpPr>
          <p:nvPr>
            <p:ph type="ftr" sz="quarter" idx="11"/>
          </p:nvPr>
        </p:nvSpPr>
        <p:spPr/>
        <p:txBody>
          <a:bodyPr/>
          <a:lstStyle/>
          <a:p>
            <a:endParaRPr lang="en-US"/>
          </a:p>
        </p:txBody>
      </p:sp>
      <p:sp>
        <p:nvSpPr>
          <p:cNvPr id="5" name="عنصر نائب لرقم الشريحة 4"/>
          <p:cNvSpPr>
            <a:spLocks noGrp="1"/>
          </p:cNvSpPr>
          <p:nvPr>
            <p:ph type="sldNum" sz="quarter" idx="12"/>
          </p:nvPr>
        </p:nvSpPr>
        <p:spPr>
          <a:xfrm>
            <a:off x="4343400" y="1036020"/>
            <a:ext cx="457200" cy="441325"/>
          </a:xfrm>
        </p:spPr>
        <p:txBody>
          <a:bodyPr/>
          <a:lstStyle/>
          <a:p>
            <a:fld id="{CCB7061C-BE9B-4931-A8F2-5C0C693016E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فارغ">
    <p:spTree>
      <p:nvGrpSpPr>
        <p:cNvPr id="1" name=""/>
        <p:cNvGrpSpPr/>
        <p:nvPr/>
      </p:nvGrpSpPr>
      <p:grpSpPr>
        <a:xfrm>
          <a:off x="0" y="0"/>
          <a:ext cx="0" cy="0"/>
          <a:chOff x="0" y="0"/>
          <a:chExt cx="0" cy="0"/>
        </a:xfrm>
      </p:grpSpPr>
      <p:sp>
        <p:nvSpPr>
          <p:cNvPr id="7" name="مستطيل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مستطيل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مستطيل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مستطيل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مستطيل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مستطيل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عنصر نائب للتاريخ 1"/>
          <p:cNvSpPr>
            <a:spLocks noGrp="1"/>
          </p:cNvSpPr>
          <p:nvPr>
            <p:ph type="dt" sz="half" idx="10"/>
          </p:nvPr>
        </p:nvSpPr>
        <p:spPr/>
        <p:txBody>
          <a:bodyPr/>
          <a:lstStyle/>
          <a:p>
            <a:fld id="{D1CDDFF2-AAD3-4EA1-9279-0D470EEFB645}" type="datetimeFigureOut">
              <a:rPr lang="en-US" smtClean="0"/>
              <a:pPr/>
              <a:t>12/5/2023</a:t>
            </a:fld>
            <a:endParaRPr lang="en-US"/>
          </a:p>
        </p:txBody>
      </p:sp>
      <p:sp>
        <p:nvSpPr>
          <p:cNvPr id="3" name="عنصر نائب للتذييل 2"/>
          <p:cNvSpPr>
            <a:spLocks noGrp="1"/>
          </p:cNvSpPr>
          <p:nvPr>
            <p:ph type="ftr" sz="quarter" idx="11"/>
          </p:nvPr>
        </p:nvSpPr>
        <p:spPr/>
        <p:txBody>
          <a:bodyPr/>
          <a:lstStyle/>
          <a:p>
            <a:endParaRPr lang="en-US"/>
          </a:p>
        </p:txBody>
      </p:sp>
      <p:sp>
        <p:nvSpPr>
          <p:cNvPr id="4" name="عنصر نائب لرقم الشريحة 3"/>
          <p:cNvSpPr>
            <a:spLocks noGrp="1"/>
          </p:cNvSpPr>
          <p:nvPr>
            <p:ph type="sldNum" sz="quarter" idx="12"/>
          </p:nvPr>
        </p:nvSpPr>
        <p:spPr>
          <a:xfrm>
            <a:off x="4267200" y="6324600"/>
            <a:ext cx="609600" cy="441324"/>
          </a:xfrm>
        </p:spPr>
        <p:txBody>
          <a:bodyPr/>
          <a:lstStyle>
            <a:lvl1pPr>
              <a:defRPr>
                <a:solidFill>
                  <a:srgbClr val="FFFFFF"/>
                </a:solidFill>
              </a:defRPr>
            </a:lvl1pPr>
          </a:lstStyle>
          <a:p>
            <a:fld id="{CCB7061C-BE9B-4931-A8F2-5C0C693016E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محتوى ذو تسمية توضيحية">
    <p:bg>
      <p:bgRef idx="1001">
        <a:schemeClr val="bg1"/>
      </p:bgRef>
    </p:bg>
    <p:spTree>
      <p:nvGrpSpPr>
        <p:cNvPr id="1" name=""/>
        <p:cNvGrpSpPr/>
        <p:nvPr/>
      </p:nvGrpSpPr>
      <p:grpSpPr>
        <a:xfrm>
          <a:off x="0" y="0"/>
          <a:ext cx="0" cy="0"/>
          <a:chOff x="0" y="0"/>
          <a:chExt cx="0" cy="0"/>
        </a:xfrm>
      </p:grpSpPr>
      <p:sp>
        <p:nvSpPr>
          <p:cNvPr id="19" name="مستطيل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مستطيل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مستطيل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مستطيل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مستطيل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مستطيل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عنوان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ar-SA" smtClean="0"/>
              <a:t>انقر لتحرير نمط العنوان الرئيسي</a:t>
            </a:r>
            <a:endParaRPr kumimoji="0" lang="en-US"/>
          </a:p>
        </p:txBody>
      </p:sp>
      <p:sp>
        <p:nvSpPr>
          <p:cNvPr id="3" name="عنصر نائب للنص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ar-SA" smtClean="0"/>
              <a:t>انقر لتحرير أنماط النص الرئيسي</a:t>
            </a:r>
          </a:p>
        </p:txBody>
      </p:sp>
      <p:sp>
        <p:nvSpPr>
          <p:cNvPr id="8" name="مستطيل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رابط مستقيم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عنصر نائب للمحتوى 19"/>
          <p:cNvSpPr>
            <a:spLocks noGrp="1"/>
          </p:cNvSpPr>
          <p:nvPr>
            <p:ph sz="quarter" idx="1"/>
          </p:nvPr>
        </p:nvSpPr>
        <p:spPr>
          <a:xfrm>
            <a:off x="3124200" y="685800"/>
            <a:ext cx="5638800" cy="5410200"/>
          </a:xfrm>
        </p:spPr>
        <p:txBody>
          <a:body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10" name="شكل بيضاوي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شكل بيضاوي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عنصر نائب لرقم الشريحة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CCB7061C-BE9B-4931-A8F2-5C0C693016E5}" type="slidenum">
              <a:rPr lang="en-US" smtClean="0"/>
              <a:pPr/>
              <a:t>‹#›</a:t>
            </a:fld>
            <a:endParaRPr lang="en-US"/>
          </a:p>
        </p:txBody>
      </p:sp>
      <p:sp>
        <p:nvSpPr>
          <p:cNvPr id="21" name="مستطيل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عنصر نائب للتاريخ 4"/>
          <p:cNvSpPr>
            <a:spLocks noGrp="1"/>
          </p:cNvSpPr>
          <p:nvPr>
            <p:ph type="dt" sz="half" idx="10"/>
          </p:nvPr>
        </p:nvSpPr>
        <p:spPr/>
        <p:txBody>
          <a:bodyPr/>
          <a:lstStyle/>
          <a:p>
            <a:fld id="{D1CDDFF2-AAD3-4EA1-9279-0D470EEFB645}" type="datetimeFigureOut">
              <a:rPr lang="en-US" smtClean="0"/>
              <a:pPr/>
              <a:t>12/5/2023</a:t>
            </a:fld>
            <a:endParaRPr lang="en-US"/>
          </a:p>
        </p:txBody>
      </p:sp>
      <p:sp>
        <p:nvSpPr>
          <p:cNvPr id="6" name="عنصر نائب للتذييل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ذو تسمية توضيحية">
    <p:spTree>
      <p:nvGrpSpPr>
        <p:cNvPr id="1" name=""/>
        <p:cNvGrpSpPr/>
        <p:nvPr/>
      </p:nvGrpSpPr>
      <p:grpSpPr>
        <a:xfrm>
          <a:off x="0" y="0"/>
          <a:ext cx="0" cy="0"/>
          <a:chOff x="0" y="0"/>
          <a:chExt cx="0" cy="0"/>
        </a:xfrm>
      </p:grpSpPr>
      <p:sp>
        <p:nvSpPr>
          <p:cNvPr id="21" name="رابط مستقيم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مستطيل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مستطيل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مستطيل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مستطيل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مستطيل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مستطيل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مستطيل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شكل بيضاوي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شكل بيضاوي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عنصر نائب لرقم الشريحة 6"/>
          <p:cNvSpPr>
            <a:spLocks noGrp="1"/>
          </p:cNvSpPr>
          <p:nvPr>
            <p:ph type="sldNum" sz="quarter" idx="12"/>
          </p:nvPr>
        </p:nvSpPr>
        <p:spPr>
          <a:xfrm>
            <a:off x="1371600" y="312738"/>
            <a:ext cx="457200" cy="441325"/>
          </a:xfrm>
        </p:spPr>
        <p:txBody>
          <a:bodyPr/>
          <a:lstStyle/>
          <a:p>
            <a:fld id="{CCB7061C-BE9B-4931-A8F2-5C0C693016E5}" type="slidenum">
              <a:rPr lang="en-US" smtClean="0"/>
              <a:pPr/>
              <a:t>‹#›</a:t>
            </a:fld>
            <a:endParaRPr lang="en-US"/>
          </a:p>
        </p:txBody>
      </p:sp>
      <p:sp>
        <p:nvSpPr>
          <p:cNvPr id="2" name="عنوان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ar-SA" smtClean="0"/>
              <a:t>انقر لتحرير نمط العنوان الرئيسي</a:t>
            </a:r>
            <a:endParaRPr kumimoji="0" lang="en-US"/>
          </a:p>
        </p:txBody>
      </p:sp>
      <p:sp>
        <p:nvSpPr>
          <p:cNvPr id="3" name="عنصر نائب للصورة 2"/>
          <p:cNvSpPr>
            <a:spLocks noGrp="1"/>
          </p:cNvSpPr>
          <p:nvPr>
            <p:ph type="pic" idx="1"/>
          </p:nvPr>
        </p:nvSpPr>
        <p:spPr>
          <a:xfrm>
            <a:off x="3000375" y="609600"/>
            <a:ext cx="5867400" cy="4267200"/>
          </a:xfrm>
        </p:spPr>
        <p:txBody>
          <a:bodyPr/>
          <a:lstStyle>
            <a:lvl1pPr marL="0" indent="0">
              <a:buNone/>
              <a:defRPr sz="3200"/>
            </a:lvl1pPr>
          </a:lstStyle>
          <a:p>
            <a:r>
              <a:rPr kumimoji="0" lang="ar-SA" smtClean="0"/>
              <a:t>انقر فوق الرمز لإضافة صورة</a:t>
            </a:r>
            <a:endParaRPr kumimoji="0" lang="en-US" dirty="0"/>
          </a:p>
        </p:txBody>
      </p:sp>
      <p:sp>
        <p:nvSpPr>
          <p:cNvPr id="4" name="عنصر نائب للنص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ar-SA" smtClean="0"/>
              <a:t>انقر لتحرير أنماط النص الرئيسي</a:t>
            </a:r>
          </a:p>
        </p:txBody>
      </p:sp>
      <p:sp>
        <p:nvSpPr>
          <p:cNvPr id="22" name="مستطيل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عنصر نائب للتاريخ 4"/>
          <p:cNvSpPr>
            <a:spLocks noGrp="1"/>
          </p:cNvSpPr>
          <p:nvPr>
            <p:ph type="dt" sz="half" idx="10"/>
          </p:nvPr>
        </p:nvSpPr>
        <p:spPr>
          <a:xfrm>
            <a:off x="5788152" y="6404984"/>
            <a:ext cx="3044952" cy="365760"/>
          </a:xfrm>
        </p:spPr>
        <p:txBody>
          <a:bodyPr/>
          <a:lstStyle/>
          <a:p>
            <a:fld id="{D1CDDFF2-AAD3-4EA1-9279-0D470EEFB645}" type="datetimeFigureOut">
              <a:rPr lang="en-US" smtClean="0"/>
              <a:pPr/>
              <a:t>12/5/2023</a:t>
            </a:fld>
            <a:endParaRPr lang="en-US"/>
          </a:p>
        </p:txBody>
      </p:sp>
      <p:sp>
        <p:nvSpPr>
          <p:cNvPr id="6" name="عنصر نائب للتذييل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bg>
      <p:bgRef idx="1001">
        <a:schemeClr val="bg2"/>
      </p:bgRef>
    </p:bg>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kumimoji="0" lang="ar-SA" smtClean="0"/>
              <a:t>انقر لتحرير نمط العنوان الرئيسي</a:t>
            </a:r>
            <a:endParaRPr kumimoji="0" lang="en-US"/>
          </a:p>
        </p:txBody>
      </p:sp>
      <p:sp>
        <p:nvSpPr>
          <p:cNvPr id="3" name="عنصر نائب للعنوان العمودي 2"/>
          <p:cNvSpPr>
            <a:spLocks noGrp="1"/>
          </p:cNvSpPr>
          <p:nvPr>
            <p:ph type="body" orient="vert" idx="1"/>
          </p:nvPr>
        </p:nvSpPr>
        <p:spPr/>
        <p:txBody>
          <a:bodyPr vert="eaVert"/>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عنصر نائب للتاريخ 3"/>
          <p:cNvSpPr>
            <a:spLocks noGrp="1"/>
          </p:cNvSpPr>
          <p:nvPr>
            <p:ph type="dt" sz="half" idx="10"/>
          </p:nvPr>
        </p:nvSpPr>
        <p:spPr/>
        <p:txBody>
          <a:bodyPr/>
          <a:lstStyle/>
          <a:p>
            <a:fld id="{D1CDDFF2-AAD3-4EA1-9279-0D470EEFB645}" type="datetimeFigureOut">
              <a:rPr lang="en-US" smtClean="0"/>
              <a:pPr/>
              <a:t>12/5/2023</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CCB7061C-BE9B-4931-A8F2-5C0C693016E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عنوان ونص عموديان">
    <p:bg>
      <p:bgRef idx="1001">
        <a:schemeClr val="bg2"/>
      </p:bgRef>
    </p:bg>
    <p:spTree>
      <p:nvGrpSpPr>
        <p:cNvPr id="1" name=""/>
        <p:cNvGrpSpPr/>
        <p:nvPr/>
      </p:nvGrpSpPr>
      <p:grpSpPr>
        <a:xfrm>
          <a:off x="0" y="0"/>
          <a:ext cx="0" cy="0"/>
          <a:chOff x="0" y="0"/>
          <a:chExt cx="0" cy="0"/>
        </a:xfrm>
      </p:grpSpPr>
      <p:sp>
        <p:nvSpPr>
          <p:cNvPr id="7" name="مستطيل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مستطيل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مستطيل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مستطيل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مستطيل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مستطيل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رابط مستقيم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شكل بيضاوي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شكل بيضاوي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عنصر نائب لرقم الشريحة 5"/>
          <p:cNvSpPr>
            <a:spLocks noGrp="1"/>
          </p:cNvSpPr>
          <p:nvPr>
            <p:ph type="sldNum" sz="quarter" idx="12"/>
          </p:nvPr>
        </p:nvSpPr>
        <p:spPr>
          <a:xfrm>
            <a:off x="6915912" y="3009901"/>
            <a:ext cx="457200" cy="441325"/>
          </a:xfrm>
        </p:spPr>
        <p:txBody>
          <a:bodyPr/>
          <a:lstStyle/>
          <a:p>
            <a:fld id="{CCB7061C-BE9B-4931-A8F2-5C0C693016E5}" type="slidenum">
              <a:rPr lang="en-US" smtClean="0"/>
              <a:pPr/>
              <a:t>‹#›</a:t>
            </a:fld>
            <a:endParaRPr lang="en-US"/>
          </a:p>
        </p:txBody>
      </p:sp>
      <p:sp>
        <p:nvSpPr>
          <p:cNvPr id="3" name="عنصر نائب للعنوان العمودي 2"/>
          <p:cNvSpPr>
            <a:spLocks noGrp="1"/>
          </p:cNvSpPr>
          <p:nvPr>
            <p:ph type="body" orient="vert" idx="1"/>
          </p:nvPr>
        </p:nvSpPr>
        <p:spPr>
          <a:xfrm>
            <a:off x="304800" y="304800"/>
            <a:ext cx="6553200" cy="5821366"/>
          </a:xfrm>
        </p:spPr>
        <p:txBody>
          <a:bodyPr vert="eaVert"/>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عنصر نائب للتاريخ 3"/>
          <p:cNvSpPr>
            <a:spLocks noGrp="1"/>
          </p:cNvSpPr>
          <p:nvPr>
            <p:ph type="dt" sz="half" idx="10"/>
          </p:nvPr>
        </p:nvSpPr>
        <p:spPr/>
        <p:txBody>
          <a:bodyPr/>
          <a:lstStyle/>
          <a:p>
            <a:fld id="{D1CDDFF2-AAD3-4EA1-9279-0D470EEFB645}" type="datetimeFigureOut">
              <a:rPr lang="en-US" smtClean="0"/>
              <a:pPr/>
              <a:t>12/5/2023</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2" name="عنوان عمودي 1"/>
          <p:cNvSpPr>
            <a:spLocks noGrp="1"/>
          </p:cNvSpPr>
          <p:nvPr>
            <p:ph type="title" orient="vert"/>
          </p:nvPr>
        </p:nvSpPr>
        <p:spPr>
          <a:xfrm>
            <a:off x="7391400" y="304801"/>
            <a:ext cx="1447800" cy="5851525"/>
          </a:xfrm>
        </p:spPr>
        <p:txBody>
          <a:bodyPr vert="eaVert"/>
          <a:lstStyle/>
          <a:p>
            <a:r>
              <a:rPr kumimoji="0" lang="ar-SA" smtClean="0"/>
              <a:t>انقر لتحرير نمط العنوان الرئيسي</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مستطيل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مستطيل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مستطيل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مستطيل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مستطيل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عنصر نائب للتاريخ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D1CDDFF2-AAD3-4EA1-9279-0D470EEFB645}" type="datetimeFigureOut">
              <a:rPr lang="en-US" smtClean="0"/>
              <a:pPr/>
              <a:t>12/5/2023</a:t>
            </a:fld>
            <a:endParaRPr lang="en-US"/>
          </a:p>
        </p:txBody>
      </p:sp>
      <p:sp>
        <p:nvSpPr>
          <p:cNvPr id="3" name="عنصر نائب للتذييل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مستطيل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رابط مستقيم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شكل بيضاوي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شكل بيضاوي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عنصر نائب لرقم الشريحة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CCB7061C-BE9B-4931-A8F2-5C0C693016E5}" type="slidenum">
              <a:rPr lang="en-US" smtClean="0"/>
              <a:pPr/>
              <a:t>‹#›</a:t>
            </a:fld>
            <a:endParaRPr lang="en-US"/>
          </a:p>
        </p:txBody>
      </p:sp>
      <p:sp>
        <p:nvSpPr>
          <p:cNvPr id="22" name="عنصر نائب للعنوان 21"/>
          <p:cNvSpPr>
            <a:spLocks noGrp="1"/>
          </p:cNvSpPr>
          <p:nvPr>
            <p:ph type="title"/>
          </p:nvPr>
        </p:nvSpPr>
        <p:spPr>
          <a:xfrm>
            <a:off x="301752" y="228600"/>
            <a:ext cx="8534400" cy="758952"/>
          </a:xfrm>
          <a:prstGeom prst="rect">
            <a:avLst/>
          </a:prstGeom>
        </p:spPr>
        <p:txBody>
          <a:bodyPr vert="horz" anchor="b">
            <a:normAutofit/>
          </a:bodyPr>
          <a:lstStyle/>
          <a:p>
            <a:r>
              <a:rPr kumimoji="0" lang="ar-SA" smtClean="0"/>
              <a:t>انقر لتحرير نمط العنوان الرئيسي</a:t>
            </a:r>
            <a:endParaRPr kumimoji="0" lang="en-US"/>
          </a:p>
        </p:txBody>
      </p:sp>
      <p:sp>
        <p:nvSpPr>
          <p:cNvPr id="13" name="عنصر نائب للنص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ar-SA" smtClean="0"/>
              <a:t>انقر لتحرير أنماط النص الرئيسي</a:t>
            </a:r>
          </a:p>
          <a:p>
            <a:pPr lvl="1" eaLnBrk="1" latinLnBrk="0" hangingPunct="1"/>
            <a:r>
              <a:rPr kumimoji="0" lang="ar-SA" smtClean="0"/>
              <a:t>المستوى الثاني</a:t>
            </a:r>
          </a:p>
          <a:p>
            <a:pPr lvl="2" eaLnBrk="1" latinLnBrk="0" hangingPunct="1"/>
            <a:r>
              <a:rPr kumimoji="0" lang="ar-SA" smtClean="0"/>
              <a:t>المستوى الثالث</a:t>
            </a:r>
          </a:p>
          <a:p>
            <a:pPr lvl="3" eaLnBrk="1" latinLnBrk="0" hangingPunct="1"/>
            <a:r>
              <a:rPr kumimoji="0" lang="ar-SA" smtClean="0"/>
              <a:t>المستوى الرابع</a:t>
            </a:r>
          </a:p>
          <a:p>
            <a:pPr lvl="4" eaLnBrk="1" latinLnBrk="0" hangingPunct="1"/>
            <a:r>
              <a:rPr kumimoji="0" lang="ar-SA" smtClean="0"/>
              <a:t>المستوى الخامس</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وان فرعي 2"/>
          <p:cNvSpPr>
            <a:spLocks noGrp="1"/>
          </p:cNvSpPr>
          <p:nvPr>
            <p:ph type="subTitle" idx="1"/>
          </p:nvPr>
        </p:nvSpPr>
        <p:spPr>
          <a:xfrm>
            <a:off x="642910" y="5429264"/>
            <a:ext cx="5143536" cy="852478"/>
          </a:xfrm>
        </p:spPr>
        <p:txBody>
          <a:bodyPr>
            <a:normAutofit fontScale="92500" lnSpcReduction="10000"/>
          </a:bodyPr>
          <a:lstStyle/>
          <a:p>
            <a:pPr algn="l"/>
            <a:r>
              <a:rPr lang="en-US" sz="1800" dirty="0" smtClean="0">
                <a:solidFill>
                  <a:schemeClr val="tx1"/>
                </a:solidFill>
              </a:rPr>
              <a:t>By : dr. </a:t>
            </a:r>
            <a:r>
              <a:rPr lang="en-US" sz="1800" dirty="0" err="1" smtClean="0">
                <a:solidFill>
                  <a:schemeClr val="tx1"/>
                </a:solidFill>
              </a:rPr>
              <a:t>Ibtisam</a:t>
            </a:r>
            <a:r>
              <a:rPr lang="en-US" sz="1800" dirty="0" smtClean="0">
                <a:solidFill>
                  <a:schemeClr val="tx1"/>
                </a:solidFill>
              </a:rPr>
              <a:t> </a:t>
            </a:r>
            <a:r>
              <a:rPr lang="en-US" sz="1800" dirty="0" err="1" smtClean="0">
                <a:solidFill>
                  <a:schemeClr val="tx1"/>
                </a:solidFill>
              </a:rPr>
              <a:t>Merghani</a:t>
            </a:r>
            <a:r>
              <a:rPr lang="en-US" sz="1800" dirty="0" smtClean="0">
                <a:solidFill>
                  <a:schemeClr val="tx1"/>
                </a:solidFill>
              </a:rPr>
              <a:t> Oman </a:t>
            </a:r>
          </a:p>
          <a:p>
            <a:pPr algn="l"/>
            <a:r>
              <a:rPr lang="en-US" sz="1800" dirty="0" smtClean="0">
                <a:solidFill>
                  <a:schemeClr val="tx1"/>
                </a:solidFill>
              </a:rPr>
              <a:t>MBBS, DPH , MPH,MD </a:t>
            </a:r>
          </a:p>
          <a:p>
            <a:endParaRPr lang="en-US" dirty="0"/>
          </a:p>
        </p:txBody>
      </p:sp>
      <p:sp>
        <p:nvSpPr>
          <p:cNvPr id="2" name="عنوان 1"/>
          <p:cNvSpPr>
            <a:spLocks noGrp="1"/>
          </p:cNvSpPr>
          <p:nvPr>
            <p:ph type="ctrTitle"/>
          </p:nvPr>
        </p:nvSpPr>
        <p:spPr/>
        <p:txBody>
          <a:bodyPr>
            <a:normAutofit/>
          </a:bodyPr>
          <a:lstStyle/>
          <a:p>
            <a:r>
              <a:rPr lang="en-US" sz="5400" b="1" i="1" dirty="0" smtClean="0"/>
              <a:t>Planning in Health</a:t>
            </a:r>
            <a:endParaRPr lang="en-US" sz="5400" b="1"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i="1" dirty="0" smtClean="0">
                <a:solidFill>
                  <a:srgbClr val="FF0000"/>
                </a:solidFill>
              </a:rPr>
              <a:t>Objectives</a:t>
            </a:r>
            <a:endParaRPr lang="en-US" b="1" i="1" dirty="0">
              <a:solidFill>
                <a:srgbClr val="FF0000"/>
              </a:solidFill>
            </a:endParaRPr>
          </a:p>
        </p:txBody>
      </p:sp>
      <p:sp>
        <p:nvSpPr>
          <p:cNvPr id="3" name="عنصر نائب للمحتوى 2"/>
          <p:cNvSpPr>
            <a:spLocks noGrp="1"/>
          </p:cNvSpPr>
          <p:nvPr>
            <p:ph sz="quarter" idx="1"/>
          </p:nvPr>
        </p:nvSpPr>
        <p:spPr/>
        <p:txBody>
          <a:bodyPr/>
          <a:lstStyle/>
          <a:p>
            <a:pPr>
              <a:buNone/>
            </a:pPr>
            <a:r>
              <a:rPr lang="en-US" sz="3600" dirty="0" smtClean="0"/>
              <a:t>By the end of this session every student will be able to:</a:t>
            </a:r>
          </a:p>
          <a:p>
            <a:pPr>
              <a:buFont typeface="Wingdings" pitchFamily="2" charset="2"/>
              <a:buChar char="q"/>
            </a:pPr>
            <a:r>
              <a:rPr lang="en-US" sz="3600" dirty="0" smtClean="0"/>
              <a:t>Define planning</a:t>
            </a:r>
          </a:p>
          <a:p>
            <a:pPr>
              <a:buFont typeface="Wingdings" pitchFamily="2" charset="2"/>
              <a:buChar char="q"/>
            </a:pPr>
            <a:r>
              <a:rPr lang="en-US" sz="3600" dirty="0" smtClean="0"/>
              <a:t>Classify the types of planning</a:t>
            </a:r>
          </a:p>
          <a:p>
            <a:pPr>
              <a:buFont typeface="Wingdings" pitchFamily="2" charset="2"/>
              <a:buChar char="q"/>
            </a:pPr>
            <a:r>
              <a:rPr lang="en-US" sz="3600" dirty="0" smtClean="0"/>
              <a:t>Outline the benefits of planning</a:t>
            </a:r>
          </a:p>
          <a:p>
            <a:pPr>
              <a:buFont typeface="Wingdings" pitchFamily="2" charset="2"/>
              <a:buChar char="q"/>
            </a:pPr>
            <a:r>
              <a:rPr lang="en-US" sz="3600" dirty="0" smtClean="0"/>
              <a:t>Outline planning cycle</a:t>
            </a:r>
          </a:p>
          <a:p>
            <a:pPr>
              <a:buFont typeface="Wingdings" pitchFamily="2" charset="2"/>
              <a:buChar char="q"/>
            </a:pPr>
            <a:endParaRPr lang="en-US" dirty="0" smtClean="0"/>
          </a:p>
          <a:p>
            <a:pPr>
              <a:buFont typeface="Wingdings" pitchFamily="2" charset="2"/>
              <a:buChar char="q"/>
            </a:pPr>
            <a:endParaRPr lang="en-US" dirty="0" smtClean="0"/>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nSpc>
                <a:spcPct val="150000"/>
              </a:lnSpc>
            </a:pPr>
            <a:r>
              <a:rPr lang="en-US" b="1" i="1" dirty="0" smtClean="0">
                <a:solidFill>
                  <a:srgbClr val="FF0000"/>
                </a:solidFill>
              </a:rPr>
              <a:t>Definition of planning</a:t>
            </a:r>
            <a:endParaRPr lang="en-US" b="1" i="1" dirty="0">
              <a:solidFill>
                <a:srgbClr val="FF0000"/>
              </a:solidFill>
            </a:endParaRPr>
          </a:p>
        </p:txBody>
      </p:sp>
      <p:sp>
        <p:nvSpPr>
          <p:cNvPr id="3" name="عنصر نائب للمحتوى 2"/>
          <p:cNvSpPr>
            <a:spLocks noGrp="1"/>
          </p:cNvSpPr>
          <p:nvPr>
            <p:ph sz="quarter" idx="1"/>
          </p:nvPr>
        </p:nvSpPr>
        <p:spPr>
          <a:xfrm>
            <a:off x="457200" y="1928802"/>
            <a:ext cx="8229600" cy="4197361"/>
          </a:xfrm>
        </p:spPr>
        <p:txBody>
          <a:bodyPr>
            <a:normAutofit lnSpcReduction="10000"/>
          </a:bodyPr>
          <a:lstStyle/>
          <a:p>
            <a:pPr algn="just">
              <a:lnSpc>
                <a:spcPct val="150000"/>
              </a:lnSpc>
              <a:buNone/>
            </a:pPr>
            <a:r>
              <a:rPr lang="en-US" sz="3600" dirty="0" smtClean="0"/>
              <a:t>“ Planning is a systematic method of trying to attain explicit objectives for the future through the efficient and appropriate use of resources, available know and for the future”</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FF0000"/>
                </a:solidFill>
              </a:rPr>
              <a:t>Definition of planning Con..</a:t>
            </a:r>
            <a:endParaRPr lang="en-US" dirty="0"/>
          </a:p>
        </p:txBody>
      </p:sp>
      <p:sp>
        <p:nvSpPr>
          <p:cNvPr id="3" name="Content Placeholder 2"/>
          <p:cNvSpPr>
            <a:spLocks noGrp="1"/>
          </p:cNvSpPr>
          <p:nvPr>
            <p:ph sz="quarter" idx="1"/>
          </p:nvPr>
        </p:nvSpPr>
        <p:spPr>
          <a:xfrm>
            <a:off x="301752" y="1772816"/>
            <a:ext cx="8503920" cy="3894184"/>
          </a:xfrm>
        </p:spPr>
        <p:txBody>
          <a:bodyPr>
            <a:noAutofit/>
          </a:bodyPr>
          <a:lstStyle/>
          <a:p>
            <a:pPr marL="342900" lvl="0" indent="-342900" defTabSz="457200">
              <a:spcBef>
                <a:spcPts val="1000"/>
              </a:spcBef>
              <a:buClr>
                <a:srgbClr val="A53010"/>
              </a:buClr>
              <a:buSzTx/>
              <a:buFont typeface="Wingdings 3" charset="2"/>
              <a:buChar char=""/>
            </a:pPr>
            <a:r>
              <a:rPr lang="en-US" sz="3200" i="1" dirty="0">
                <a:solidFill>
                  <a:prstClr val="black"/>
                </a:solidFill>
                <a:latin typeface="Century Gothic" panose="020B0502020202020204"/>
              </a:rPr>
              <a:t>“The orderly process of defining community health problem, identifying unmet needs and surveying the resources to meet them, establishing priority goals that are realistic and feasible and projecting administrative action to accomplish the purpose of the proposed program” </a:t>
            </a:r>
            <a:r>
              <a:rPr lang="en-US" sz="3200" i="1" dirty="0">
                <a:solidFill>
                  <a:srgbClr val="C00000"/>
                </a:solidFill>
                <a:latin typeface="Century Gothic" panose="020B0502020202020204"/>
              </a:rPr>
              <a:t>WHO</a:t>
            </a:r>
          </a:p>
        </p:txBody>
      </p:sp>
    </p:spTree>
    <p:extLst>
      <p:ext uri="{BB962C8B-B14F-4D97-AF65-F5344CB8AC3E}">
        <p14:creationId xmlns:p14="http://schemas.microsoft.com/office/powerpoint/2010/main" val="3476250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i="1" dirty="0" smtClean="0">
                <a:solidFill>
                  <a:srgbClr val="FF0000"/>
                </a:solidFill>
              </a:rPr>
              <a:t>Definition of planning Con..</a:t>
            </a:r>
            <a:endParaRPr lang="en-US" dirty="0"/>
          </a:p>
        </p:txBody>
      </p:sp>
      <p:sp>
        <p:nvSpPr>
          <p:cNvPr id="3" name="عنصر نائب للمحتوى 2"/>
          <p:cNvSpPr>
            <a:spLocks noGrp="1"/>
          </p:cNvSpPr>
          <p:nvPr>
            <p:ph sz="quarter" idx="1"/>
          </p:nvPr>
        </p:nvSpPr>
        <p:spPr/>
        <p:txBody>
          <a:bodyPr/>
          <a:lstStyle/>
          <a:p>
            <a:pPr>
              <a:lnSpc>
                <a:spcPct val="150000"/>
              </a:lnSpc>
              <a:buFont typeface="Wingdings" pitchFamily="2" charset="2"/>
              <a:buChar char="Ø"/>
            </a:pPr>
            <a:r>
              <a:rPr lang="en-US" sz="3600" dirty="0" smtClean="0"/>
              <a:t>It is deciding in advance what to be done, how and when to do it. </a:t>
            </a:r>
          </a:p>
          <a:p>
            <a:pPr>
              <a:lnSpc>
                <a:spcPct val="150000"/>
              </a:lnSpc>
              <a:buFont typeface="Wingdings" pitchFamily="2" charset="2"/>
              <a:buChar char="Ø"/>
            </a:pPr>
            <a:r>
              <a:rPr lang="en-US" sz="3600" dirty="0" smtClean="0"/>
              <a:t>It includes  identifying strategies and resources for the task.</a:t>
            </a:r>
          </a:p>
          <a:p>
            <a:pPr>
              <a:lnSpc>
                <a:spcPct val="150000"/>
              </a:lnSpc>
              <a:buFont typeface="Wingdings" pitchFamily="2" charset="2"/>
              <a:buChar char="Ø"/>
            </a:pPr>
            <a:r>
              <a:rPr lang="en-US" sz="3600" dirty="0" smtClean="0"/>
              <a:t>Developing mission and vision.</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i="1" dirty="0" smtClean="0">
                <a:solidFill>
                  <a:srgbClr val="FF0000"/>
                </a:solidFill>
              </a:rPr>
              <a:t>Planning……</a:t>
            </a:r>
            <a:endParaRPr lang="en-US" b="1" i="1" dirty="0">
              <a:solidFill>
                <a:srgbClr val="FF0000"/>
              </a:solidFill>
            </a:endParaRPr>
          </a:p>
        </p:txBody>
      </p:sp>
      <p:sp>
        <p:nvSpPr>
          <p:cNvPr id="3" name="عنصر نائب للمحتوى 2"/>
          <p:cNvSpPr>
            <a:spLocks noGrp="1"/>
          </p:cNvSpPr>
          <p:nvPr>
            <p:ph sz="quarter" idx="1"/>
          </p:nvPr>
        </p:nvSpPr>
        <p:spPr>
          <a:xfrm>
            <a:off x="457200" y="1600200"/>
            <a:ext cx="8229600" cy="5043510"/>
          </a:xfrm>
        </p:spPr>
        <p:txBody>
          <a:bodyPr>
            <a:normAutofit/>
          </a:bodyPr>
          <a:lstStyle/>
          <a:p>
            <a:r>
              <a:rPr lang="en-US" dirty="0" smtClean="0"/>
              <a:t>Planning involves:</a:t>
            </a:r>
          </a:p>
          <a:p>
            <a:r>
              <a:rPr lang="en-US" dirty="0" smtClean="0"/>
              <a:t>Deciding in advance what to be done, how and when to do it.</a:t>
            </a:r>
          </a:p>
          <a:p>
            <a:r>
              <a:rPr lang="en-US" b="1" dirty="0" smtClean="0"/>
              <a:t>What</a:t>
            </a:r>
            <a:r>
              <a:rPr lang="en-US" dirty="0" smtClean="0"/>
              <a:t>-involves setting objectives and goals.</a:t>
            </a:r>
          </a:p>
          <a:p>
            <a:r>
              <a:rPr lang="en-US" b="1" dirty="0" smtClean="0"/>
              <a:t>How</a:t>
            </a:r>
            <a:r>
              <a:rPr lang="en-US" dirty="0" smtClean="0"/>
              <a:t>-allocate adequate resources(money, man and material)</a:t>
            </a:r>
          </a:p>
          <a:p>
            <a:r>
              <a:rPr lang="en-US" b="1" dirty="0" smtClean="0"/>
              <a:t>Where</a:t>
            </a:r>
            <a:r>
              <a:rPr lang="en-US" dirty="0" smtClean="0"/>
              <a:t>-at what level national, state or local.  </a:t>
            </a:r>
          </a:p>
          <a:p>
            <a:r>
              <a:rPr lang="en-US" b="1" dirty="0" smtClean="0"/>
              <a:t>Who</a:t>
            </a:r>
            <a:r>
              <a:rPr lang="en-US" dirty="0" smtClean="0"/>
              <a:t>-involved personnel.</a:t>
            </a:r>
          </a:p>
          <a:p>
            <a:r>
              <a:rPr lang="en-US" b="1" dirty="0" smtClean="0"/>
              <a:t>When</a:t>
            </a:r>
            <a:r>
              <a:rPr lang="en-US" dirty="0" smtClean="0"/>
              <a:t>-time of implementing activities.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FF0000"/>
                </a:solidFill>
              </a:rPr>
              <a:t>Why Planning</a:t>
            </a:r>
            <a:endParaRPr lang="en-US" b="1" i="1" dirty="0">
              <a:solidFill>
                <a:srgbClr val="FF0000"/>
              </a:solidFill>
            </a:endParaRPr>
          </a:p>
        </p:txBody>
      </p:sp>
      <p:sp>
        <p:nvSpPr>
          <p:cNvPr id="3" name="Content Placeholder 2"/>
          <p:cNvSpPr>
            <a:spLocks noGrp="1"/>
          </p:cNvSpPr>
          <p:nvPr>
            <p:ph sz="quarter" idx="1"/>
          </p:nvPr>
        </p:nvSpPr>
        <p:spPr/>
        <p:txBody>
          <a:bodyPr>
            <a:normAutofit fontScale="92500" lnSpcReduction="10000"/>
          </a:bodyPr>
          <a:lstStyle/>
          <a:p>
            <a:pPr marL="342900" lvl="0" indent="-342900" algn="just" defTabSz="457200">
              <a:spcBef>
                <a:spcPts val="1000"/>
              </a:spcBef>
              <a:buClr>
                <a:srgbClr val="A53010"/>
              </a:buClr>
              <a:buSzTx/>
              <a:buFont typeface="Wingdings 3" charset="2"/>
              <a:buChar char=""/>
            </a:pPr>
            <a:r>
              <a:rPr lang="en-US" sz="2800" dirty="0">
                <a:solidFill>
                  <a:prstClr val="black">
                    <a:lumMod val="75000"/>
                    <a:lumOff val="25000"/>
                  </a:prstClr>
                </a:solidFill>
                <a:latin typeface="Century Gothic" panose="020B0502020202020204"/>
              </a:rPr>
              <a:t>The increasing demand for medical and health care services with the situation of limited resources, has brought out the need for carful planning and management f health services.</a:t>
            </a:r>
          </a:p>
          <a:p>
            <a:pPr marL="342900" lvl="0" indent="-342900" defTabSz="457200">
              <a:spcBef>
                <a:spcPts val="1000"/>
              </a:spcBef>
              <a:buClr>
                <a:srgbClr val="A53010"/>
              </a:buClr>
              <a:buSzTx/>
              <a:buFont typeface="Wingdings 3" charset="2"/>
              <a:buChar char=""/>
            </a:pPr>
            <a:r>
              <a:rPr lang="en-US" sz="2800" b="1" dirty="0">
                <a:solidFill>
                  <a:srgbClr val="C00000"/>
                </a:solidFill>
                <a:latin typeface="Century Gothic" panose="020B0502020202020204"/>
              </a:rPr>
              <a:t>The purpose of planning</a:t>
            </a:r>
          </a:p>
          <a:p>
            <a:pPr marL="342900" lvl="0" indent="-342900" defTabSz="457200">
              <a:spcBef>
                <a:spcPts val="1000"/>
              </a:spcBef>
              <a:buClr>
                <a:srgbClr val="A53010"/>
              </a:buClr>
              <a:buSzTx/>
              <a:buFont typeface="+mj-lt"/>
              <a:buAutoNum type="arabicPeriod"/>
            </a:pPr>
            <a:r>
              <a:rPr lang="en-US" sz="2800" dirty="0">
                <a:solidFill>
                  <a:prstClr val="black"/>
                </a:solidFill>
                <a:latin typeface="Century Gothic" panose="020B0502020202020204"/>
              </a:rPr>
              <a:t>To match the limited resources with many problems </a:t>
            </a:r>
          </a:p>
          <a:p>
            <a:pPr marL="342900" lvl="0" indent="-342900" defTabSz="457200">
              <a:spcBef>
                <a:spcPts val="1000"/>
              </a:spcBef>
              <a:buClr>
                <a:srgbClr val="A53010"/>
              </a:buClr>
              <a:buSzTx/>
              <a:buFont typeface="+mj-lt"/>
              <a:buAutoNum type="arabicPeriod"/>
            </a:pPr>
            <a:r>
              <a:rPr lang="en-US" sz="2800" dirty="0">
                <a:solidFill>
                  <a:prstClr val="black"/>
                </a:solidFill>
                <a:latin typeface="Century Gothic" panose="020B0502020202020204"/>
              </a:rPr>
              <a:t>To eliminate wasteful expenditure and avoid duplication</a:t>
            </a:r>
          </a:p>
          <a:p>
            <a:pPr marL="342900" lvl="0" indent="-342900" defTabSz="457200">
              <a:spcBef>
                <a:spcPts val="1000"/>
              </a:spcBef>
              <a:buClr>
                <a:srgbClr val="A53010"/>
              </a:buClr>
              <a:buSzTx/>
              <a:buFont typeface="+mj-lt"/>
              <a:buAutoNum type="arabicPeriod"/>
            </a:pPr>
            <a:r>
              <a:rPr lang="en-US" sz="2800" dirty="0">
                <a:solidFill>
                  <a:prstClr val="black"/>
                </a:solidFill>
                <a:latin typeface="Century Gothic" panose="020B0502020202020204"/>
              </a:rPr>
              <a:t>To develop the best course of action to accomplish a defined objective </a:t>
            </a:r>
          </a:p>
          <a:p>
            <a:endParaRPr lang="en-US" dirty="0"/>
          </a:p>
        </p:txBody>
      </p:sp>
    </p:spTree>
    <p:extLst>
      <p:ext uri="{BB962C8B-B14F-4D97-AF65-F5344CB8AC3E}">
        <p14:creationId xmlns:p14="http://schemas.microsoft.com/office/powerpoint/2010/main" val="941718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r>
              <a:rPr lang="en-US" b="1" i="1" dirty="0" smtClean="0">
                <a:solidFill>
                  <a:srgbClr val="FF0000"/>
                </a:solidFill>
              </a:rPr>
              <a:t>What are the benefits of planning?</a:t>
            </a:r>
            <a:endParaRPr lang="en-US" b="1" i="1" dirty="0">
              <a:solidFill>
                <a:srgbClr val="FF0000"/>
              </a:solidFill>
            </a:endParaRPr>
          </a:p>
        </p:txBody>
      </p:sp>
      <p:sp>
        <p:nvSpPr>
          <p:cNvPr id="3" name="عنصر نائب للمحتوى 2"/>
          <p:cNvSpPr>
            <a:spLocks noGrp="1"/>
          </p:cNvSpPr>
          <p:nvPr>
            <p:ph sz="quarter" idx="1"/>
          </p:nvPr>
        </p:nvSpPr>
        <p:spPr>
          <a:xfrm>
            <a:off x="301752" y="1714488"/>
            <a:ext cx="8503920" cy="4384560"/>
          </a:xfrm>
        </p:spPr>
        <p:txBody>
          <a:bodyPr>
            <a:noAutofit/>
          </a:bodyPr>
          <a:lstStyle/>
          <a:p>
            <a:pPr>
              <a:buFont typeface="Wingdings" pitchFamily="2" charset="2"/>
              <a:buChar char="Ø"/>
            </a:pPr>
            <a:r>
              <a:rPr lang="en-US" sz="3200" dirty="0" smtClean="0"/>
              <a:t>Examines, analyzes and allows for discussion of different alternatives.</a:t>
            </a:r>
          </a:p>
          <a:p>
            <a:pPr>
              <a:buFont typeface="Wingdings" pitchFamily="2" charset="2"/>
              <a:buChar char="Ø"/>
            </a:pPr>
            <a:r>
              <a:rPr lang="en-US" sz="3200" dirty="0" smtClean="0"/>
              <a:t>Facilitate decision-making.</a:t>
            </a:r>
          </a:p>
          <a:p>
            <a:pPr>
              <a:buFont typeface="Wingdings" pitchFamily="2" charset="2"/>
              <a:buChar char="Ø"/>
            </a:pPr>
            <a:r>
              <a:rPr lang="en-US" sz="3200" dirty="0" smtClean="0"/>
              <a:t>Obtains greater benefits and reduce risk.</a:t>
            </a:r>
          </a:p>
          <a:p>
            <a:pPr>
              <a:buFont typeface="Wingdings" pitchFamily="2" charset="2"/>
              <a:buChar char="Ø"/>
            </a:pPr>
            <a:r>
              <a:rPr lang="en-US" sz="3200" dirty="0" smtClean="0"/>
              <a:t>Optimizes the achievement of objectives.</a:t>
            </a:r>
          </a:p>
          <a:p>
            <a:pPr>
              <a:buFont typeface="Wingdings" pitchFamily="2" charset="2"/>
              <a:buChar char="Ø"/>
            </a:pPr>
            <a:r>
              <a:rPr lang="en-US" sz="3200" dirty="0" smtClean="0"/>
              <a:t>Makes objectives coherent with available resources and needs. </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FF0000"/>
                </a:solidFill>
              </a:rPr>
              <a:t>Objectives, Targets and Goals</a:t>
            </a:r>
            <a:endParaRPr lang="en-US" b="1" i="1" dirty="0">
              <a:solidFill>
                <a:srgbClr val="FF0000"/>
              </a:solidFill>
            </a:endParaRPr>
          </a:p>
        </p:txBody>
      </p:sp>
      <p:sp>
        <p:nvSpPr>
          <p:cNvPr id="3" name="Content Placeholder 2"/>
          <p:cNvSpPr>
            <a:spLocks noGrp="1"/>
          </p:cNvSpPr>
          <p:nvPr>
            <p:ph sz="quarter" idx="1"/>
          </p:nvPr>
        </p:nvSpPr>
        <p:spPr/>
        <p:txBody>
          <a:bodyPr>
            <a:normAutofit lnSpcReduction="10000"/>
          </a:bodyPr>
          <a:lstStyle/>
          <a:p>
            <a:r>
              <a:rPr lang="en-US" sz="3300" b="1" i="1" dirty="0" smtClean="0">
                <a:solidFill>
                  <a:srgbClr val="FF0000"/>
                </a:solidFill>
              </a:rPr>
              <a:t>Objectives: </a:t>
            </a:r>
            <a:r>
              <a:rPr lang="en-US" sz="2800" dirty="0" smtClean="0"/>
              <a:t>It is a planed end point of all activities. It is stated in term of measured amount of progress towards goal.</a:t>
            </a:r>
          </a:p>
          <a:p>
            <a:r>
              <a:rPr lang="en-US" sz="3300" b="1" i="1" dirty="0" smtClean="0">
                <a:solidFill>
                  <a:srgbClr val="FF0000"/>
                </a:solidFill>
              </a:rPr>
              <a:t>Targets: </a:t>
            </a:r>
            <a:r>
              <a:rPr lang="en-US" sz="2800" dirty="0" smtClean="0"/>
              <a:t>When the objective is split into </a:t>
            </a:r>
            <a:r>
              <a:rPr lang="en-US" sz="2800" dirty="0" smtClean="0">
                <a:solidFill>
                  <a:srgbClr val="FF0000"/>
                </a:solidFill>
              </a:rPr>
              <a:t>discrete activity </a:t>
            </a:r>
            <a:r>
              <a:rPr lang="en-US" sz="2800" dirty="0" smtClean="0"/>
              <a:t>it becomes target like number of sputum smear collected.</a:t>
            </a:r>
            <a:endParaRPr lang="en-US" sz="3300" b="1" i="1" dirty="0" smtClean="0"/>
          </a:p>
          <a:p>
            <a:r>
              <a:rPr lang="en-US" sz="3300" b="1" i="1" dirty="0" smtClean="0">
                <a:solidFill>
                  <a:srgbClr val="FF0000"/>
                </a:solidFill>
              </a:rPr>
              <a:t>Goals: </a:t>
            </a:r>
            <a:r>
              <a:rPr lang="en-US" sz="2800" dirty="0" smtClean="0"/>
              <a:t>An ultimate desired state towards which the objectives &amp; the resources are directed They are formulated at top level &amp; they are </a:t>
            </a:r>
            <a:r>
              <a:rPr lang="en-US" sz="2800" dirty="0" smtClean="0">
                <a:solidFill>
                  <a:srgbClr val="FF0000"/>
                </a:solidFill>
              </a:rPr>
              <a:t>generally broad</a:t>
            </a:r>
            <a:endParaRPr lang="en-US" dirty="0">
              <a:solidFill>
                <a:srgbClr val="FF0000"/>
              </a:solidFill>
            </a:endParaRPr>
          </a:p>
        </p:txBody>
      </p:sp>
    </p:spTree>
    <p:extLst>
      <p:ext uri="{BB962C8B-B14F-4D97-AF65-F5344CB8AC3E}">
        <p14:creationId xmlns:p14="http://schemas.microsoft.com/office/powerpoint/2010/main" val="3283183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i="1" dirty="0" smtClean="0">
                <a:solidFill>
                  <a:srgbClr val="FF0000"/>
                </a:solidFill>
              </a:rPr>
              <a:t>Types of Planning</a:t>
            </a:r>
            <a:endParaRPr lang="en-US" b="1" i="1" dirty="0">
              <a:solidFill>
                <a:srgbClr val="FF0000"/>
              </a:solidFill>
            </a:endParaRPr>
          </a:p>
        </p:txBody>
      </p:sp>
      <p:graphicFrame>
        <p:nvGraphicFramePr>
          <p:cNvPr id="4" name="عنصر نائب للمحتوى 3"/>
          <p:cNvGraphicFramePr>
            <a:graphicFrameLocks noGrp="1"/>
          </p:cNvGraphicFramePr>
          <p:nvPr>
            <p:ph sz="quarter" idx="1"/>
          </p:nvPr>
        </p:nvGraphicFramePr>
        <p:xfrm>
          <a:off x="301625" y="1527175"/>
          <a:ext cx="850423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i="1" dirty="0" smtClean="0">
                <a:solidFill>
                  <a:srgbClr val="FF0000"/>
                </a:solidFill>
              </a:rPr>
              <a:t>Planning Cycle</a:t>
            </a:r>
            <a:endParaRPr lang="en-US" b="1" i="1" dirty="0">
              <a:solidFill>
                <a:srgbClr val="FF0000"/>
              </a:solidFill>
            </a:endParaRPr>
          </a:p>
        </p:txBody>
      </p:sp>
      <p:sp>
        <p:nvSpPr>
          <p:cNvPr id="4" name="سهم منحني إلى الأسفل 3"/>
          <p:cNvSpPr/>
          <p:nvPr/>
        </p:nvSpPr>
        <p:spPr>
          <a:xfrm>
            <a:off x="3357554" y="1500174"/>
            <a:ext cx="2357454"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مربع نص 5"/>
          <p:cNvSpPr txBox="1"/>
          <p:nvPr/>
        </p:nvSpPr>
        <p:spPr>
          <a:xfrm>
            <a:off x="5286380" y="2357430"/>
            <a:ext cx="2234138" cy="400110"/>
          </a:xfrm>
          <a:prstGeom prst="rect">
            <a:avLst/>
          </a:prstGeom>
          <a:noFill/>
        </p:spPr>
        <p:txBody>
          <a:bodyPr wrap="none" rtlCol="0">
            <a:spAutoFit/>
          </a:bodyPr>
          <a:lstStyle/>
          <a:p>
            <a:r>
              <a:rPr lang="en-US" sz="2000" b="1" dirty="0" smtClean="0"/>
              <a:t>Situational analysis</a:t>
            </a:r>
            <a:endParaRPr lang="en-US" sz="2000" b="1" dirty="0"/>
          </a:p>
        </p:txBody>
      </p:sp>
      <p:sp>
        <p:nvSpPr>
          <p:cNvPr id="7" name="سهم منحني إلى اليسار 6"/>
          <p:cNvSpPr/>
          <p:nvPr/>
        </p:nvSpPr>
        <p:spPr>
          <a:xfrm>
            <a:off x="6429388" y="2714620"/>
            <a:ext cx="731520" cy="192882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سهم منحني إلى اليسار 8"/>
          <p:cNvSpPr/>
          <p:nvPr/>
        </p:nvSpPr>
        <p:spPr>
          <a:xfrm rot="4670341">
            <a:off x="4124452" y="4356320"/>
            <a:ext cx="950788" cy="262904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سهم منحني إلى الأسفل 10"/>
          <p:cNvSpPr/>
          <p:nvPr/>
        </p:nvSpPr>
        <p:spPr>
          <a:xfrm rot="17053214">
            <a:off x="1128692" y="3269519"/>
            <a:ext cx="2303711"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مربع نص 11"/>
          <p:cNvSpPr txBox="1"/>
          <p:nvPr/>
        </p:nvSpPr>
        <p:spPr>
          <a:xfrm>
            <a:off x="2500298" y="2214554"/>
            <a:ext cx="1298753" cy="400110"/>
          </a:xfrm>
          <a:prstGeom prst="rect">
            <a:avLst/>
          </a:prstGeom>
          <a:noFill/>
        </p:spPr>
        <p:txBody>
          <a:bodyPr wrap="none" rtlCol="0">
            <a:spAutoFit/>
          </a:bodyPr>
          <a:lstStyle/>
          <a:p>
            <a:r>
              <a:rPr lang="en-US" sz="2000" b="1" dirty="0" smtClean="0"/>
              <a:t>Evaluation</a:t>
            </a:r>
            <a:endParaRPr lang="en-US" sz="2000" b="1" dirty="0"/>
          </a:p>
        </p:txBody>
      </p:sp>
      <p:sp>
        <p:nvSpPr>
          <p:cNvPr id="13" name="مربع نص 12"/>
          <p:cNvSpPr txBox="1"/>
          <p:nvPr/>
        </p:nvSpPr>
        <p:spPr>
          <a:xfrm>
            <a:off x="5643570" y="4500570"/>
            <a:ext cx="2085123" cy="400110"/>
          </a:xfrm>
          <a:prstGeom prst="rect">
            <a:avLst/>
          </a:prstGeom>
          <a:noFill/>
        </p:spPr>
        <p:txBody>
          <a:bodyPr wrap="none" rtlCol="0">
            <a:spAutoFit/>
          </a:bodyPr>
          <a:lstStyle/>
          <a:p>
            <a:r>
              <a:rPr lang="en-US" sz="2000" b="1" dirty="0" smtClean="0"/>
              <a:t>Objectives setting</a:t>
            </a:r>
            <a:endParaRPr lang="en-US" sz="2000" b="1" dirty="0"/>
          </a:p>
        </p:txBody>
      </p:sp>
      <p:sp>
        <p:nvSpPr>
          <p:cNvPr id="14" name="مربع نص 13"/>
          <p:cNvSpPr txBox="1"/>
          <p:nvPr/>
        </p:nvSpPr>
        <p:spPr>
          <a:xfrm>
            <a:off x="1500166" y="5143512"/>
            <a:ext cx="2357454" cy="400110"/>
          </a:xfrm>
          <a:prstGeom prst="rect">
            <a:avLst/>
          </a:prstGeom>
          <a:noFill/>
        </p:spPr>
        <p:txBody>
          <a:bodyPr wrap="square" rtlCol="0">
            <a:spAutoFit/>
          </a:bodyPr>
          <a:lstStyle/>
          <a:p>
            <a:r>
              <a:rPr lang="en-US" sz="2000" b="1" dirty="0" smtClean="0"/>
              <a:t>Implementation</a:t>
            </a:r>
            <a:endParaRPr lang="en-US" sz="20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47572"/>
            <a:ext cx="8534400" cy="758952"/>
          </a:xfrm>
        </p:spPr>
        <p:txBody>
          <a:bodyPr>
            <a:noAutofit/>
          </a:bodyPr>
          <a:lstStyle/>
          <a:p>
            <a:pPr lvl="0">
              <a:spcBef>
                <a:spcPts val="0"/>
              </a:spcBef>
            </a:pPr>
            <a:r>
              <a:rPr lang="en-US" sz="3600" b="1" i="1" dirty="0">
                <a:solidFill>
                  <a:srgbClr val="FF0000"/>
                </a:solidFill>
              </a:rPr>
              <a:t>Situational analysis</a:t>
            </a:r>
            <a:br>
              <a:rPr lang="en-US" sz="3600" b="1" i="1" dirty="0">
                <a:solidFill>
                  <a:srgbClr val="FF0000"/>
                </a:solidFill>
              </a:rPr>
            </a:br>
            <a:endParaRPr lang="en-US" sz="4800" i="1" dirty="0">
              <a:solidFill>
                <a:srgbClr val="FF0000"/>
              </a:solidFill>
            </a:endParaRPr>
          </a:p>
        </p:txBody>
      </p:sp>
      <p:sp>
        <p:nvSpPr>
          <p:cNvPr id="3" name="Content Placeholder 2"/>
          <p:cNvSpPr>
            <a:spLocks noGrp="1"/>
          </p:cNvSpPr>
          <p:nvPr>
            <p:ph sz="quarter" idx="1"/>
          </p:nvPr>
        </p:nvSpPr>
        <p:spPr/>
        <p:txBody>
          <a:bodyPr/>
          <a:lstStyle/>
          <a:p>
            <a:r>
              <a:rPr lang="en-US" dirty="0" smtClean="0"/>
              <a:t>Essential requirement for health planning </a:t>
            </a:r>
          </a:p>
          <a:p>
            <a:r>
              <a:rPr lang="en-US" dirty="0" smtClean="0"/>
              <a:t>Population age &amp; sex structure</a:t>
            </a:r>
          </a:p>
          <a:p>
            <a:r>
              <a:rPr lang="en-US" dirty="0" smtClean="0"/>
              <a:t>Mortality &amp; morbidity indicators</a:t>
            </a:r>
          </a:p>
          <a:p>
            <a:r>
              <a:rPr lang="en-US" dirty="0" smtClean="0"/>
              <a:t>Epidemiological distribution of the diseases</a:t>
            </a:r>
          </a:p>
          <a:p>
            <a:r>
              <a:rPr lang="en-US" dirty="0" smtClean="0"/>
              <a:t>Distribution of the health services</a:t>
            </a:r>
          </a:p>
          <a:p>
            <a:r>
              <a:rPr lang="en-US" dirty="0" smtClean="0"/>
              <a:t>Availability of heath profession </a:t>
            </a:r>
          </a:p>
          <a:p>
            <a:r>
              <a:rPr lang="en-US" dirty="0" smtClean="0">
                <a:solidFill>
                  <a:prstClr val="black"/>
                </a:solidFill>
              </a:rPr>
              <a:t>Availability training centers </a:t>
            </a:r>
          </a:p>
          <a:p>
            <a:r>
              <a:rPr lang="en-US" dirty="0" smtClean="0">
                <a:solidFill>
                  <a:prstClr val="black"/>
                </a:solidFill>
              </a:rPr>
              <a:t>Culture, believe &amp; the socioeconomic of the</a:t>
            </a:r>
            <a:r>
              <a:rPr lang="en-US" dirty="0">
                <a:solidFill>
                  <a:prstClr val="black"/>
                </a:solidFill>
              </a:rPr>
              <a:t> community</a:t>
            </a:r>
          </a:p>
          <a:p>
            <a:endParaRPr lang="en-US" dirty="0"/>
          </a:p>
        </p:txBody>
      </p:sp>
    </p:spTree>
    <p:extLst>
      <p:ext uri="{BB962C8B-B14F-4D97-AF65-F5344CB8AC3E}">
        <p14:creationId xmlns:p14="http://schemas.microsoft.com/office/powerpoint/2010/main" val="2815820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FF0000"/>
                </a:solidFill>
              </a:rPr>
              <a:t>Establishing Goals &amp;Objectives</a:t>
            </a:r>
            <a:endParaRPr lang="en-US" dirty="0"/>
          </a:p>
        </p:txBody>
      </p:sp>
      <p:sp>
        <p:nvSpPr>
          <p:cNvPr id="3" name="Content Placeholder 2"/>
          <p:cNvSpPr>
            <a:spLocks noGrp="1"/>
          </p:cNvSpPr>
          <p:nvPr>
            <p:ph sz="quarter" idx="1"/>
          </p:nvPr>
        </p:nvSpPr>
        <p:spPr/>
        <p:txBody>
          <a:bodyPr/>
          <a:lstStyle/>
          <a:p>
            <a:r>
              <a:rPr lang="en-US" dirty="0" smtClean="0"/>
              <a:t>Goals should be established according to the priorities broadly </a:t>
            </a:r>
          </a:p>
          <a:p>
            <a:r>
              <a:rPr lang="en-US" dirty="0">
                <a:solidFill>
                  <a:prstClr val="black"/>
                </a:solidFill>
              </a:rPr>
              <a:t>Goals should </a:t>
            </a:r>
            <a:r>
              <a:rPr lang="en-US" dirty="0" smtClean="0">
                <a:solidFill>
                  <a:prstClr val="black"/>
                </a:solidFill>
              </a:rPr>
              <a:t>be trans formed into objectives </a:t>
            </a:r>
            <a:endParaRPr lang="en-US" dirty="0">
              <a:solidFill>
                <a:prstClr val="black"/>
              </a:solidFill>
            </a:endParaRPr>
          </a:p>
          <a:p>
            <a:pPr lvl="0">
              <a:buClr>
                <a:srgbClr val="D16349"/>
              </a:buClr>
            </a:pPr>
            <a:r>
              <a:rPr lang="en-US" dirty="0">
                <a:solidFill>
                  <a:prstClr val="black"/>
                </a:solidFill>
              </a:rPr>
              <a:t>objectives </a:t>
            </a:r>
            <a:r>
              <a:rPr lang="en-US" dirty="0" smtClean="0">
                <a:solidFill>
                  <a:prstClr val="black"/>
                </a:solidFill>
              </a:rPr>
              <a:t> should be  </a:t>
            </a:r>
            <a:r>
              <a:rPr lang="en-US" dirty="0" smtClean="0">
                <a:solidFill>
                  <a:srgbClr val="FF0000"/>
                </a:solidFill>
              </a:rPr>
              <a:t>SMART</a:t>
            </a:r>
            <a:endParaRPr lang="en-US" dirty="0">
              <a:solidFill>
                <a:srgbClr val="FF0000"/>
              </a:solidFill>
            </a:endParaRPr>
          </a:p>
          <a:p>
            <a:pPr marL="0" indent="0">
              <a:buNone/>
            </a:pPr>
            <a:endParaRPr lang="en-US" dirty="0"/>
          </a:p>
        </p:txBody>
      </p:sp>
      <p:cxnSp>
        <p:nvCxnSpPr>
          <p:cNvPr id="5" name="Straight Arrow Connector 4"/>
          <p:cNvCxnSpPr/>
          <p:nvPr/>
        </p:nvCxnSpPr>
        <p:spPr>
          <a:xfrm flipH="1">
            <a:off x="3582774" y="3501008"/>
            <a:ext cx="792088" cy="1152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314202" y="3516898"/>
            <a:ext cx="1584176" cy="648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2411760" y="3537012"/>
            <a:ext cx="1902442" cy="180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374862" y="3501008"/>
            <a:ext cx="17813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374862" y="3537012"/>
            <a:ext cx="178850" cy="1260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140145" y="3537012"/>
            <a:ext cx="1224137" cy="369332"/>
          </a:xfrm>
          <a:prstGeom prst="rect">
            <a:avLst/>
          </a:prstGeom>
          <a:noFill/>
        </p:spPr>
        <p:txBody>
          <a:bodyPr wrap="square" rtlCol="0">
            <a:spAutoFit/>
          </a:bodyPr>
          <a:lstStyle/>
          <a:p>
            <a:r>
              <a:rPr lang="en-US" dirty="0" smtClean="0"/>
              <a:t>Specific</a:t>
            </a:r>
            <a:endParaRPr lang="en-US" dirty="0"/>
          </a:p>
        </p:txBody>
      </p:sp>
      <p:sp>
        <p:nvSpPr>
          <p:cNvPr id="18" name="TextBox 17"/>
          <p:cNvSpPr txBox="1"/>
          <p:nvPr/>
        </p:nvSpPr>
        <p:spPr>
          <a:xfrm>
            <a:off x="1835696" y="4751433"/>
            <a:ext cx="1747078" cy="369332"/>
          </a:xfrm>
          <a:prstGeom prst="rect">
            <a:avLst/>
          </a:prstGeom>
          <a:noFill/>
        </p:spPr>
        <p:txBody>
          <a:bodyPr wrap="square" rtlCol="0">
            <a:spAutoFit/>
          </a:bodyPr>
          <a:lstStyle/>
          <a:p>
            <a:r>
              <a:rPr lang="en-US" dirty="0" smtClean="0"/>
              <a:t>Measureable</a:t>
            </a:r>
            <a:endParaRPr lang="en-US" dirty="0"/>
          </a:p>
        </p:txBody>
      </p:sp>
      <p:sp>
        <p:nvSpPr>
          <p:cNvPr id="21" name="TextBox 20"/>
          <p:cNvSpPr txBox="1"/>
          <p:nvPr/>
        </p:nvSpPr>
        <p:spPr>
          <a:xfrm flipH="1">
            <a:off x="6437392" y="3260013"/>
            <a:ext cx="1807016" cy="369332"/>
          </a:xfrm>
          <a:prstGeom prst="rect">
            <a:avLst/>
          </a:prstGeom>
          <a:noFill/>
        </p:spPr>
        <p:txBody>
          <a:bodyPr wrap="square" rtlCol="0">
            <a:spAutoFit/>
          </a:bodyPr>
          <a:lstStyle/>
          <a:p>
            <a:r>
              <a:rPr lang="en-US" dirty="0" smtClean="0"/>
              <a:t>Time bound</a:t>
            </a:r>
            <a:endParaRPr lang="en-US" dirty="0"/>
          </a:p>
        </p:txBody>
      </p:sp>
      <p:sp>
        <p:nvSpPr>
          <p:cNvPr id="22" name="TextBox 21"/>
          <p:cNvSpPr txBox="1"/>
          <p:nvPr/>
        </p:nvSpPr>
        <p:spPr>
          <a:xfrm>
            <a:off x="6156176" y="4094328"/>
            <a:ext cx="2088232" cy="369332"/>
          </a:xfrm>
          <a:prstGeom prst="rect">
            <a:avLst/>
          </a:prstGeom>
          <a:noFill/>
        </p:spPr>
        <p:txBody>
          <a:bodyPr wrap="square" rtlCol="0">
            <a:spAutoFit/>
          </a:bodyPr>
          <a:lstStyle/>
          <a:p>
            <a:r>
              <a:rPr lang="en-US" dirty="0" smtClean="0"/>
              <a:t>Reliable</a:t>
            </a:r>
            <a:endParaRPr lang="en-US" dirty="0"/>
          </a:p>
        </p:txBody>
      </p:sp>
      <p:sp>
        <p:nvSpPr>
          <p:cNvPr id="23" name="TextBox 22"/>
          <p:cNvSpPr txBox="1"/>
          <p:nvPr/>
        </p:nvSpPr>
        <p:spPr>
          <a:xfrm>
            <a:off x="4008060" y="4994985"/>
            <a:ext cx="1656184" cy="369332"/>
          </a:xfrm>
          <a:prstGeom prst="rect">
            <a:avLst/>
          </a:prstGeom>
          <a:noFill/>
        </p:spPr>
        <p:txBody>
          <a:bodyPr wrap="square" rtlCol="0">
            <a:spAutoFit/>
          </a:bodyPr>
          <a:lstStyle/>
          <a:p>
            <a:r>
              <a:rPr lang="en-US" dirty="0" smtClean="0"/>
              <a:t>Attainable</a:t>
            </a:r>
            <a:endParaRPr lang="en-US" dirty="0"/>
          </a:p>
        </p:txBody>
      </p:sp>
    </p:spTree>
    <p:extLst>
      <p:ext uri="{BB962C8B-B14F-4D97-AF65-F5344CB8AC3E}">
        <p14:creationId xmlns:p14="http://schemas.microsoft.com/office/powerpoint/2010/main" val="3388198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FF0000"/>
                </a:solidFill>
              </a:rPr>
              <a:t>Assessment of Resources</a:t>
            </a:r>
            <a:endParaRPr lang="en-US" b="1" i="1" dirty="0">
              <a:solidFill>
                <a:srgbClr val="FF0000"/>
              </a:solidFill>
            </a:endParaRPr>
          </a:p>
        </p:txBody>
      </p:sp>
      <p:sp>
        <p:nvSpPr>
          <p:cNvPr id="3" name="Content Placeholder 2"/>
          <p:cNvSpPr>
            <a:spLocks noGrp="1"/>
          </p:cNvSpPr>
          <p:nvPr>
            <p:ph sz="quarter" idx="1"/>
          </p:nvPr>
        </p:nvSpPr>
        <p:spPr>
          <a:xfrm>
            <a:off x="301752" y="2636912"/>
            <a:ext cx="8503920" cy="3462136"/>
          </a:xfrm>
        </p:spPr>
        <p:txBody>
          <a:bodyPr/>
          <a:lstStyle/>
          <a:p>
            <a:r>
              <a:rPr lang="en-US" dirty="0" smtClean="0"/>
              <a:t>Man power</a:t>
            </a:r>
          </a:p>
          <a:p>
            <a:r>
              <a:rPr lang="en-US" dirty="0" smtClean="0"/>
              <a:t>Money</a:t>
            </a:r>
          </a:p>
          <a:p>
            <a:r>
              <a:rPr lang="en-US" dirty="0" smtClean="0"/>
              <a:t>Material </a:t>
            </a:r>
            <a:endParaRPr lang="en-US" dirty="0"/>
          </a:p>
        </p:txBody>
      </p:sp>
    </p:spTree>
    <p:extLst>
      <p:ext uri="{BB962C8B-B14F-4D97-AF65-F5344CB8AC3E}">
        <p14:creationId xmlns:p14="http://schemas.microsoft.com/office/powerpoint/2010/main" val="1891493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FF0000"/>
                </a:solidFill>
              </a:rPr>
              <a:t>Evaluation</a:t>
            </a:r>
            <a:endParaRPr lang="en-US" b="1" i="1" dirty="0">
              <a:solidFill>
                <a:srgbClr val="FF0000"/>
              </a:solidFill>
            </a:endParaRPr>
          </a:p>
        </p:txBody>
      </p:sp>
      <p:sp>
        <p:nvSpPr>
          <p:cNvPr id="3" name="Content Placeholder 2"/>
          <p:cNvSpPr>
            <a:spLocks noGrp="1"/>
          </p:cNvSpPr>
          <p:nvPr>
            <p:ph sz="quarter" idx="1"/>
          </p:nvPr>
        </p:nvSpPr>
        <p:spPr>
          <a:xfrm>
            <a:off x="301752" y="2132856"/>
            <a:ext cx="8503920" cy="3966192"/>
          </a:xfrm>
        </p:spPr>
        <p:txBody>
          <a:bodyPr/>
          <a:lstStyle/>
          <a:p>
            <a:r>
              <a:rPr lang="en-US" dirty="0" smtClean="0"/>
              <a:t>Progress</a:t>
            </a:r>
          </a:p>
          <a:p>
            <a:r>
              <a:rPr lang="en-US" dirty="0" smtClean="0"/>
              <a:t>Adequacy</a:t>
            </a:r>
          </a:p>
          <a:p>
            <a:r>
              <a:rPr lang="en-US" dirty="0" smtClean="0"/>
              <a:t>Efficiency </a:t>
            </a:r>
          </a:p>
          <a:p>
            <a:r>
              <a:rPr lang="en-US" dirty="0" smtClean="0"/>
              <a:t>Effectiveness</a:t>
            </a:r>
            <a:endParaRPr lang="en-US" dirty="0"/>
          </a:p>
        </p:txBody>
      </p:sp>
    </p:spTree>
    <p:extLst>
      <p:ext uri="{BB962C8B-B14F-4D97-AF65-F5344CB8AC3E}">
        <p14:creationId xmlns:p14="http://schemas.microsoft.com/office/powerpoint/2010/main" val="1218916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0.png"/>
          <p:cNvPicPr>
            <a:picLocks noGrp="1" noChangeAspect="1"/>
          </p:cNvPicPr>
          <p:nvPr>
            <p:ph sz="quarter" idx="1"/>
          </p:nvPr>
        </p:nvPicPr>
        <p:blipFill>
          <a:blip r:embed="rId2"/>
          <a:stretch>
            <a:fillRect/>
          </a:stretch>
        </p:blipFill>
        <p:spPr>
          <a:xfrm>
            <a:off x="500034" y="1571612"/>
            <a:ext cx="8215370" cy="4572032"/>
          </a:xfr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5"/>
          <p:cNvPicPr>
            <a:picLocks noChangeAspect="1"/>
          </p:cNvPicPr>
          <p:nvPr/>
        </p:nvPicPr>
        <p:blipFill>
          <a:blip r:embed="rId3">
            <a:extLst>
              <a:ext uri="{28A0092B-C50C-407E-A947-70E740481C1C}">
                <a14:useLocalDpi xmlns:a14="http://schemas.microsoft.com/office/drawing/2010/main" val="0"/>
              </a:ext>
            </a:extLst>
          </a:blip>
          <a:srcRect t="18428" b="18428"/>
          <a:stretch>
            <a:fillRect/>
          </a:stretch>
        </p:blipFill>
        <p:spPr bwMode="auto">
          <a:xfrm>
            <a:off x="0" y="0"/>
            <a:ext cx="9144000" cy="4429132"/>
          </a:xfrm>
          <a:prstGeom prst="rect">
            <a:avLst/>
          </a:prstGeom>
          <a:noFill/>
          <a:ln w="9525">
            <a:noFill/>
            <a:miter lim="800000"/>
            <a:headEnd/>
            <a:tailEnd/>
          </a:ln>
          <a:effectLst/>
        </p:spPr>
      </p:pic>
      <p:sp>
        <p:nvSpPr>
          <p:cNvPr id="5" name="مربع نص 4"/>
          <p:cNvSpPr txBox="1"/>
          <p:nvPr/>
        </p:nvSpPr>
        <p:spPr>
          <a:xfrm>
            <a:off x="0" y="6534834"/>
            <a:ext cx="1550424" cy="646331"/>
          </a:xfrm>
          <a:prstGeom prst="rect">
            <a:avLst/>
          </a:prstGeom>
          <a:noFill/>
        </p:spPr>
        <p:txBody>
          <a:bodyPr wrap="none" rtlCol="0">
            <a:spAutoFit/>
          </a:bodyPr>
          <a:lstStyle/>
          <a:p>
            <a:r>
              <a:rPr lang="en-US" sz="1200" dirty="0" smtClean="0">
                <a:solidFill>
                  <a:schemeClr val="bg2"/>
                </a:solidFill>
              </a:rPr>
              <a:t>Faculty of medicine </a:t>
            </a:r>
          </a:p>
          <a:p>
            <a:endParaRPr lang="en-US" dirty="0">
              <a:solidFill>
                <a:schemeClr val="bg2"/>
              </a:solidFill>
            </a:endParaRPr>
          </a:p>
        </p:txBody>
      </p:sp>
      <p:sp>
        <p:nvSpPr>
          <p:cNvPr id="6" name="مربع نص 5"/>
          <p:cNvSpPr txBox="1"/>
          <p:nvPr/>
        </p:nvSpPr>
        <p:spPr>
          <a:xfrm>
            <a:off x="7817996" y="6400800"/>
            <a:ext cx="1326004" cy="276999"/>
          </a:xfrm>
          <a:prstGeom prst="rect">
            <a:avLst/>
          </a:prstGeom>
          <a:noFill/>
        </p:spPr>
        <p:txBody>
          <a:bodyPr wrap="none" rtlCol="0">
            <a:spAutoFit/>
          </a:bodyPr>
          <a:lstStyle/>
          <a:p>
            <a:r>
              <a:rPr lang="en-US" sz="1200" dirty="0" smtClean="0">
                <a:solidFill>
                  <a:schemeClr val="bg2"/>
                </a:solidFill>
              </a:rPr>
              <a:t>September-2021</a:t>
            </a:r>
            <a:endParaRPr lang="en-US" sz="1200" dirty="0">
              <a:solidFill>
                <a:schemeClr val="bg2"/>
              </a:solidFill>
            </a:endParaRPr>
          </a:p>
        </p:txBody>
      </p:sp>
      <p:pic>
        <p:nvPicPr>
          <p:cNvPr id="8" name="Content Placeholder 3" descr="thanks.jpg"/>
          <p:cNvPicPr>
            <a:picLocks noGrp="1" noChangeAspect="1"/>
          </p:cNvPicPr>
          <p:nvPr>
            <p:ph idx="1"/>
          </p:nvPr>
        </p:nvPicPr>
        <p:blipFill>
          <a:blip r:embed="rId4"/>
          <a:srcRect/>
          <a:stretch>
            <a:fillRect/>
          </a:stretch>
        </p:blipFill>
        <p:spPr>
          <a:xfrm>
            <a:off x="1" y="4429132"/>
            <a:ext cx="9144000" cy="2428868"/>
          </a:xfrm>
        </p:spPr>
      </p:pic>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مدني">
  <a:themeElements>
    <a:clrScheme name="مدني">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مدني">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مدني">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سمة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618</TotalTime>
  <Words>513</Words>
  <Application>Microsoft Office PowerPoint</Application>
  <PresentationFormat>On-screen Show (4:3)</PresentationFormat>
  <Paragraphs>87</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Century Gothic</vt:lpstr>
      <vt:lpstr>Georgia</vt:lpstr>
      <vt:lpstr>Times New Roman</vt:lpstr>
      <vt:lpstr>Wingdings</vt:lpstr>
      <vt:lpstr>Wingdings 2</vt:lpstr>
      <vt:lpstr>Wingdings 3</vt:lpstr>
      <vt:lpstr>مدني</vt:lpstr>
      <vt:lpstr>Planning in Health</vt:lpstr>
      <vt:lpstr>Objectives</vt:lpstr>
      <vt:lpstr>Definition of planning</vt:lpstr>
      <vt:lpstr>Definition of planning Con..</vt:lpstr>
      <vt:lpstr>Definition of planning Con..</vt:lpstr>
      <vt:lpstr>Planning……</vt:lpstr>
      <vt:lpstr>Why Planning</vt:lpstr>
      <vt:lpstr>What are the benefits of planning?</vt:lpstr>
      <vt:lpstr>Objectives, Targets and Goals</vt:lpstr>
      <vt:lpstr>Types of Planning</vt:lpstr>
      <vt:lpstr>Planning Cycle</vt:lpstr>
      <vt:lpstr>Situational analysis </vt:lpstr>
      <vt:lpstr>Establishing Goals &amp;Objectives</vt:lpstr>
      <vt:lpstr>Assessment of Resources</vt:lpstr>
      <vt:lpstr>Evaluation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in Health</dc:title>
  <dc:creator>hp</dc:creator>
  <cp:lastModifiedBy>One</cp:lastModifiedBy>
  <cp:revision>30</cp:revision>
  <dcterms:created xsi:type="dcterms:W3CDTF">2021-07-31T04:57:10Z</dcterms:created>
  <dcterms:modified xsi:type="dcterms:W3CDTF">2023-12-05T20:42:05Z</dcterms:modified>
</cp:coreProperties>
</file>
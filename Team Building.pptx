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7" r:id="rId9"/>
    <p:sldId id="266" r:id="rId10"/>
    <p:sldId id="268" r:id="rId11"/>
    <p:sldId id="269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0" clrIdx="0">
    <p:extLst>
      <p:ext uri="{19B8F6BF-5375-455C-9EA6-DF929625EA0E}">
        <p15:presenceInfo xmlns:p15="http://schemas.microsoft.com/office/powerpoint/2012/main" userId="6f46a9bcee91160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C60DD-AC90-417B-9C2E-18C1159DB1A9}" type="doc">
      <dgm:prSet loTypeId="urn:microsoft.com/office/officeart/2005/8/layout/radial6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3DC8B2A-8029-448D-9EC6-88A8BA9E6208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TEAM</a:t>
          </a:r>
          <a:endParaRPr lang="en-US" b="1" dirty="0">
            <a:solidFill>
              <a:schemeClr val="tx1"/>
            </a:solidFill>
          </a:endParaRPr>
        </a:p>
      </dgm:t>
    </dgm:pt>
    <dgm:pt modelId="{D6A01E34-EC38-45D0-AA93-B49A2CBA9175}" type="parTrans" cxnId="{96553F70-9F45-4501-8340-62FC257C41BE}">
      <dgm:prSet/>
      <dgm:spPr/>
      <dgm:t>
        <a:bodyPr/>
        <a:lstStyle/>
        <a:p>
          <a:endParaRPr lang="en-US"/>
        </a:p>
      </dgm:t>
    </dgm:pt>
    <dgm:pt modelId="{A40264A8-81BD-42A2-A8FF-454A9AFE3FF1}" type="sibTrans" cxnId="{96553F70-9F45-4501-8340-62FC257C41BE}">
      <dgm:prSet/>
      <dgm:spPr/>
      <dgm:t>
        <a:bodyPr/>
        <a:lstStyle/>
        <a:p>
          <a:endParaRPr lang="en-US"/>
        </a:p>
      </dgm:t>
    </dgm:pt>
    <dgm:pt modelId="{26656A14-DC9B-4E9C-A296-E85B25B16EDB}">
      <dgm:prSet phldrT="[Text]" custT="1"/>
      <dgm:spPr>
        <a:solidFill>
          <a:srgbClr val="FFC000"/>
        </a:solidFill>
      </dgm:spPr>
      <dgm:t>
        <a:bodyPr/>
        <a:lstStyle/>
        <a:p>
          <a:r>
            <a:rPr lang="en-US" sz="2000" b="1" dirty="0" smtClean="0">
              <a:solidFill>
                <a:schemeClr val="tx1"/>
              </a:solidFill>
            </a:rPr>
            <a:t>T</a:t>
          </a:r>
          <a:r>
            <a:rPr lang="en-US" sz="2000" b="0" dirty="0" smtClean="0">
              <a:solidFill>
                <a:schemeClr val="tx1"/>
              </a:solidFill>
            </a:rPr>
            <a:t>ogether</a:t>
          </a:r>
          <a:endParaRPr lang="en-US" sz="2000" b="0" dirty="0">
            <a:solidFill>
              <a:schemeClr val="tx1"/>
            </a:solidFill>
          </a:endParaRPr>
        </a:p>
      </dgm:t>
    </dgm:pt>
    <dgm:pt modelId="{59D07D01-0BB8-4B8F-B9A1-A0E3969D9299}" type="parTrans" cxnId="{E1FEBCB9-05E6-4559-8E48-F1FDA73774CD}">
      <dgm:prSet/>
      <dgm:spPr/>
      <dgm:t>
        <a:bodyPr/>
        <a:lstStyle/>
        <a:p>
          <a:endParaRPr lang="en-US"/>
        </a:p>
      </dgm:t>
    </dgm:pt>
    <dgm:pt modelId="{9B4ED72E-A49C-4182-A9D6-CB47D823F5E5}" type="sibTrans" cxnId="{E1FEBCB9-05E6-4559-8E48-F1FDA73774CD}">
      <dgm:prSet/>
      <dgm:spPr/>
      <dgm:t>
        <a:bodyPr/>
        <a:lstStyle/>
        <a:p>
          <a:endParaRPr lang="en-US"/>
        </a:p>
      </dgm:t>
    </dgm:pt>
    <dgm:pt modelId="{F9F6153D-6A08-4876-B9FC-366D90288DEE}">
      <dgm:prSet phldrT="[Text]"/>
      <dgm:spPr>
        <a:solidFill>
          <a:srgbClr val="00B050"/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E</a:t>
          </a:r>
          <a:r>
            <a:rPr lang="en-US" dirty="0" smtClean="0">
              <a:solidFill>
                <a:schemeClr val="tx1"/>
              </a:solidFill>
            </a:rPr>
            <a:t>ach </a:t>
          </a:r>
          <a:endParaRPr lang="en-US" dirty="0">
            <a:solidFill>
              <a:schemeClr val="tx1"/>
            </a:solidFill>
          </a:endParaRPr>
        </a:p>
      </dgm:t>
    </dgm:pt>
    <dgm:pt modelId="{EA0E8399-208E-45FD-A9E3-28D3F4FFB765}" type="parTrans" cxnId="{AD58F603-9FA6-4F1F-84CF-4CEE5315C7B3}">
      <dgm:prSet/>
      <dgm:spPr/>
      <dgm:t>
        <a:bodyPr/>
        <a:lstStyle/>
        <a:p>
          <a:endParaRPr lang="en-US"/>
        </a:p>
      </dgm:t>
    </dgm:pt>
    <dgm:pt modelId="{B37F83B9-F0FF-4957-94BF-9856A8E9EF64}" type="sibTrans" cxnId="{AD58F603-9FA6-4F1F-84CF-4CEE5315C7B3}">
      <dgm:prSet/>
      <dgm:spPr/>
      <dgm:t>
        <a:bodyPr/>
        <a:lstStyle/>
        <a:p>
          <a:endParaRPr lang="en-US"/>
        </a:p>
      </dgm:t>
    </dgm:pt>
    <dgm:pt modelId="{CE8D5018-3AB7-41B1-A89C-BDD7AB8A26C3}">
      <dgm:prSet phldrT="[Text]"/>
      <dgm:spPr>
        <a:solidFill>
          <a:srgbClr val="FF0000"/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A</a:t>
          </a:r>
          <a:r>
            <a:rPr lang="en-US" dirty="0" smtClean="0">
              <a:solidFill>
                <a:schemeClr val="tx1"/>
              </a:solidFill>
            </a:rPr>
            <a:t>chieves</a:t>
          </a:r>
          <a:endParaRPr lang="en-US" dirty="0">
            <a:solidFill>
              <a:schemeClr val="tx1"/>
            </a:solidFill>
          </a:endParaRPr>
        </a:p>
      </dgm:t>
    </dgm:pt>
    <dgm:pt modelId="{194BD00F-0A09-43DF-A48B-78BE1550F826}" type="parTrans" cxnId="{CA228591-A914-4655-B218-A297841EFE1F}">
      <dgm:prSet/>
      <dgm:spPr/>
      <dgm:t>
        <a:bodyPr/>
        <a:lstStyle/>
        <a:p>
          <a:endParaRPr lang="en-US"/>
        </a:p>
      </dgm:t>
    </dgm:pt>
    <dgm:pt modelId="{EFCDBB64-B5C1-4599-BE5B-5F1E25DCF426}" type="sibTrans" cxnId="{CA228591-A914-4655-B218-A297841EFE1F}">
      <dgm:prSet/>
      <dgm:spPr/>
      <dgm:t>
        <a:bodyPr/>
        <a:lstStyle/>
        <a:p>
          <a:endParaRPr lang="en-US"/>
        </a:p>
      </dgm:t>
    </dgm:pt>
    <dgm:pt modelId="{85E012E2-C515-4E89-9638-FB91787BA880}">
      <dgm:prSet phldrT="[Text]"/>
      <dgm:spPr>
        <a:solidFill>
          <a:srgbClr val="00B0F0"/>
        </a:solidFill>
      </dgm:spPr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M</a:t>
          </a:r>
          <a:r>
            <a:rPr lang="en-US" dirty="0" smtClean="0">
              <a:solidFill>
                <a:schemeClr val="tx1"/>
              </a:solidFill>
            </a:rPr>
            <a:t>ore</a:t>
          </a:r>
          <a:endParaRPr lang="en-US" dirty="0">
            <a:solidFill>
              <a:schemeClr val="tx1"/>
            </a:solidFill>
          </a:endParaRPr>
        </a:p>
      </dgm:t>
    </dgm:pt>
    <dgm:pt modelId="{40B12C88-60D7-47D7-B759-BE9553147FF6}" type="parTrans" cxnId="{94F1A646-7720-4080-96D3-6D2BB92DF372}">
      <dgm:prSet/>
      <dgm:spPr/>
      <dgm:t>
        <a:bodyPr/>
        <a:lstStyle/>
        <a:p>
          <a:endParaRPr lang="en-US"/>
        </a:p>
      </dgm:t>
    </dgm:pt>
    <dgm:pt modelId="{9B7ED21D-9C06-4667-8661-BB512CAF0FCE}" type="sibTrans" cxnId="{94F1A646-7720-4080-96D3-6D2BB92DF372}">
      <dgm:prSet/>
      <dgm:spPr/>
      <dgm:t>
        <a:bodyPr/>
        <a:lstStyle/>
        <a:p>
          <a:endParaRPr lang="en-US"/>
        </a:p>
      </dgm:t>
    </dgm:pt>
    <dgm:pt modelId="{6F2CA41B-4608-469C-A64A-B5E2FE49B8A8}" type="pres">
      <dgm:prSet presAssocID="{CD3C60DD-AC90-417B-9C2E-18C1159DB1A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97B27DC-E61D-4B9E-BDFC-DB2C17361B29}" type="pres">
      <dgm:prSet presAssocID="{23DC8B2A-8029-448D-9EC6-88A8BA9E6208}" presName="centerShape" presStyleLbl="node0" presStyleIdx="0" presStyleCnt="1"/>
      <dgm:spPr/>
    </dgm:pt>
    <dgm:pt modelId="{0B898710-E456-4C06-9BD0-FFA2B6445871}" type="pres">
      <dgm:prSet presAssocID="{26656A14-DC9B-4E9C-A296-E85B25B16EDB}" presName="node" presStyleLbl="node1" presStyleIdx="0" presStyleCnt="4" custScaleX="11846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D44843-02C7-4029-B1C0-2F8617E23ED4}" type="pres">
      <dgm:prSet presAssocID="{26656A14-DC9B-4E9C-A296-E85B25B16EDB}" presName="dummy" presStyleCnt="0"/>
      <dgm:spPr/>
    </dgm:pt>
    <dgm:pt modelId="{67ACED7B-9DF1-4BD2-BC73-4CFB01D56946}" type="pres">
      <dgm:prSet presAssocID="{9B4ED72E-A49C-4182-A9D6-CB47D823F5E5}" presName="sibTrans" presStyleLbl="sibTrans2D1" presStyleIdx="0" presStyleCnt="4"/>
      <dgm:spPr/>
    </dgm:pt>
    <dgm:pt modelId="{25E601EB-2636-4551-A87A-E4A2E5D8A8AE}" type="pres">
      <dgm:prSet presAssocID="{F9F6153D-6A08-4876-B9FC-366D90288DEE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EAC448-5E98-45FD-B0CC-3B8594780263}" type="pres">
      <dgm:prSet presAssocID="{F9F6153D-6A08-4876-B9FC-366D90288DEE}" presName="dummy" presStyleCnt="0"/>
      <dgm:spPr/>
    </dgm:pt>
    <dgm:pt modelId="{78DF129C-5D18-4A34-8CD0-5C806B033E2D}" type="pres">
      <dgm:prSet presAssocID="{B37F83B9-F0FF-4957-94BF-9856A8E9EF64}" presName="sibTrans" presStyleLbl="sibTrans2D1" presStyleIdx="1" presStyleCnt="4"/>
      <dgm:spPr/>
    </dgm:pt>
    <dgm:pt modelId="{56372ECA-8495-4F64-866D-D3025AD75716}" type="pres">
      <dgm:prSet presAssocID="{CE8D5018-3AB7-41B1-A89C-BDD7AB8A26C3}" presName="node" presStyleLbl="node1" presStyleIdx="2" presStyleCnt="4">
        <dgm:presLayoutVars>
          <dgm:bulletEnabled val="1"/>
        </dgm:presLayoutVars>
      </dgm:prSet>
      <dgm:spPr/>
    </dgm:pt>
    <dgm:pt modelId="{E01726B3-B853-4DF6-A438-B85CC7DE46BB}" type="pres">
      <dgm:prSet presAssocID="{CE8D5018-3AB7-41B1-A89C-BDD7AB8A26C3}" presName="dummy" presStyleCnt="0"/>
      <dgm:spPr/>
    </dgm:pt>
    <dgm:pt modelId="{E3327DEF-5B2B-4A9D-B953-EFD74581EB26}" type="pres">
      <dgm:prSet presAssocID="{EFCDBB64-B5C1-4599-BE5B-5F1E25DCF426}" presName="sibTrans" presStyleLbl="sibTrans2D1" presStyleIdx="2" presStyleCnt="4"/>
      <dgm:spPr/>
    </dgm:pt>
    <dgm:pt modelId="{2BE90756-B6D9-44CE-9E2F-EF763B07AD27}" type="pres">
      <dgm:prSet presAssocID="{85E012E2-C515-4E89-9638-FB91787BA880}" presName="node" presStyleLbl="node1" presStyleIdx="3" presStyleCnt="4">
        <dgm:presLayoutVars>
          <dgm:bulletEnabled val="1"/>
        </dgm:presLayoutVars>
      </dgm:prSet>
      <dgm:spPr/>
    </dgm:pt>
    <dgm:pt modelId="{08CA93E8-1A3F-4554-8F76-B7A253729E3D}" type="pres">
      <dgm:prSet presAssocID="{85E012E2-C515-4E89-9638-FB91787BA880}" presName="dummy" presStyleCnt="0"/>
      <dgm:spPr/>
    </dgm:pt>
    <dgm:pt modelId="{0368B79B-17A3-4E98-BF90-02551400B191}" type="pres">
      <dgm:prSet presAssocID="{9B7ED21D-9C06-4667-8661-BB512CAF0FCE}" presName="sibTrans" presStyleLbl="sibTrans2D1" presStyleIdx="3" presStyleCnt="4"/>
      <dgm:spPr/>
    </dgm:pt>
  </dgm:ptLst>
  <dgm:cxnLst>
    <dgm:cxn modelId="{72C61626-7840-492F-922E-87E4C72DBD93}" type="presOf" srcId="{9B7ED21D-9C06-4667-8661-BB512CAF0FCE}" destId="{0368B79B-17A3-4E98-BF90-02551400B191}" srcOrd="0" destOrd="0" presId="urn:microsoft.com/office/officeart/2005/8/layout/radial6"/>
    <dgm:cxn modelId="{039AD491-79A2-45CE-961A-205E9CD8731F}" type="presOf" srcId="{26656A14-DC9B-4E9C-A296-E85B25B16EDB}" destId="{0B898710-E456-4C06-9BD0-FFA2B6445871}" srcOrd="0" destOrd="0" presId="urn:microsoft.com/office/officeart/2005/8/layout/radial6"/>
    <dgm:cxn modelId="{E1FEBCB9-05E6-4559-8E48-F1FDA73774CD}" srcId="{23DC8B2A-8029-448D-9EC6-88A8BA9E6208}" destId="{26656A14-DC9B-4E9C-A296-E85B25B16EDB}" srcOrd="0" destOrd="0" parTransId="{59D07D01-0BB8-4B8F-B9A1-A0E3969D9299}" sibTransId="{9B4ED72E-A49C-4182-A9D6-CB47D823F5E5}"/>
    <dgm:cxn modelId="{FEC294C0-4E73-475B-9E58-59FA1C995C03}" type="presOf" srcId="{85E012E2-C515-4E89-9638-FB91787BA880}" destId="{2BE90756-B6D9-44CE-9E2F-EF763B07AD27}" srcOrd="0" destOrd="0" presId="urn:microsoft.com/office/officeart/2005/8/layout/radial6"/>
    <dgm:cxn modelId="{ED1DF3B0-C166-4C58-A131-14B7408B0CC5}" type="presOf" srcId="{9B4ED72E-A49C-4182-A9D6-CB47D823F5E5}" destId="{67ACED7B-9DF1-4BD2-BC73-4CFB01D56946}" srcOrd="0" destOrd="0" presId="urn:microsoft.com/office/officeart/2005/8/layout/radial6"/>
    <dgm:cxn modelId="{6D5F77EC-A70A-47AB-A9D9-62D2E72868EB}" type="presOf" srcId="{F9F6153D-6A08-4876-B9FC-366D90288DEE}" destId="{25E601EB-2636-4551-A87A-E4A2E5D8A8AE}" srcOrd="0" destOrd="0" presId="urn:microsoft.com/office/officeart/2005/8/layout/radial6"/>
    <dgm:cxn modelId="{32027A3C-5BA5-47BD-8214-82A4D74188BC}" type="presOf" srcId="{EFCDBB64-B5C1-4599-BE5B-5F1E25DCF426}" destId="{E3327DEF-5B2B-4A9D-B953-EFD74581EB26}" srcOrd="0" destOrd="0" presId="urn:microsoft.com/office/officeart/2005/8/layout/radial6"/>
    <dgm:cxn modelId="{6044D503-DCD2-41A5-9120-1EA90FACD901}" type="presOf" srcId="{23DC8B2A-8029-448D-9EC6-88A8BA9E6208}" destId="{197B27DC-E61D-4B9E-BDFC-DB2C17361B29}" srcOrd="0" destOrd="0" presId="urn:microsoft.com/office/officeart/2005/8/layout/radial6"/>
    <dgm:cxn modelId="{AD58F603-9FA6-4F1F-84CF-4CEE5315C7B3}" srcId="{23DC8B2A-8029-448D-9EC6-88A8BA9E6208}" destId="{F9F6153D-6A08-4876-B9FC-366D90288DEE}" srcOrd="1" destOrd="0" parTransId="{EA0E8399-208E-45FD-A9E3-28D3F4FFB765}" sibTransId="{B37F83B9-F0FF-4957-94BF-9856A8E9EF64}"/>
    <dgm:cxn modelId="{96553F70-9F45-4501-8340-62FC257C41BE}" srcId="{CD3C60DD-AC90-417B-9C2E-18C1159DB1A9}" destId="{23DC8B2A-8029-448D-9EC6-88A8BA9E6208}" srcOrd="0" destOrd="0" parTransId="{D6A01E34-EC38-45D0-AA93-B49A2CBA9175}" sibTransId="{A40264A8-81BD-42A2-A8FF-454A9AFE3FF1}"/>
    <dgm:cxn modelId="{CA228591-A914-4655-B218-A297841EFE1F}" srcId="{23DC8B2A-8029-448D-9EC6-88A8BA9E6208}" destId="{CE8D5018-3AB7-41B1-A89C-BDD7AB8A26C3}" srcOrd="2" destOrd="0" parTransId="{194BD00F-0A09-43DF-A48B-78BE1550F826}" sibTransId="{EFCDBB64-B5C1-4599-BE5B-5F1E25DCF426}"/>
    <dgm:cxn modelId="{94F1A646-7720-4080-96D3-6D2BB92DF372}" srcId="{23DC8B2A-8029-448D-9EC6-88A8BA9E6208}" destId="{85E012E2-C515-4E89-9638-FB91787BA880}" srcOrd="3" destOrd="0" parTransId="{40B12C88-60D7-47D7-B759-BE9553147FF6}" sibTransId="{9B7ED21D-9C06-4667-8661-BB512CAF0FCE}"/>
    <dgm:cxn modelId="{4E36675E-0AC5-45FF-B527-C12DBAA3EC2A}" type="presOf" srcId="{CE8D5018-3AB7-41B1-A89C-BDD7AB8A26C3}" destId="{56372ECA-8495-4F64-866D-D3025AD75716}" srcOrd="0" destOrd="0" presId="urn:microsoft.com/office/officeart/2005/8/layout/radial6"/>
    <dgm:cxn modelId="{94145497-AE35-4A78-920C-90EB82F0BF68}" type="presOf" srcId="{CD3C60DD-AC90-417B-9C2E-18C1159DB1A9}" destId="{6F2CA41B-4608-469C-A64A-B5E2FE49B8A8}" srcOrd="0" destOrd="0" presId="urn:microsoft.com/office/officeart/2005/8/layout/radial6"/>
    <dgm:cxn modelId="{B748866D-5F13-4871-848C-A4DC7E7FA4E4}" type="presOf" srcId="{B37F83B9-F0FF-4957-94BF-9856A8E9EF64}" destId="{78DF129C-5D18-4A34-8CD0-5C806B033E2D}" srcOrd="0" destOrd="0" presId="urn:microsoft.com/office/officeart/2005/8/layout/radial6"/>
    <dgm:cxn modelId="{464F1FAA-F85A-4506-818A-7ECD6907EB0C}" type="presParOf" srcId="{6F2CA41B-4608-469C-A64A-B5E2FE49B8A8}" destId="{197B27DC-E61D-4B9E-BDFC-DB2C17361B29}" srcOrd="0" destOrd="0" presId="urn:microsoft.com/office/officeart/2005/8/layout/radial6"/>
    <dgm:cxn modelId="{D73DB8B1-1DEC-469C-B6FA-6E126312AB79}" type="presParOf" srcId="{6F2CA41B-4608-469C-A64A-B5E2FE49B8A8}" destId="{0B898710-E456-4C06-9BD0-FFA2B6445871}" srcOrd="1" destOrd="0" presId="urn:microsoft.com/office/officeart/2005/8/layout/radial6"/>
    <dgm:cxn modelId="{11D28E7C-5C22-46D9-83C8-A8ABCC19ACBC}" type="presParOf" srcId="{6F2CA41B-4608-469C-A64A-B5E2FE49B8A8}" destId="{2FD44843-02C7-4029-B1C0-2F8617E23ED4}" srcOrd="2" destOrd="0" presId="urn:microsoft.com/office/officeart/2005/8/layout/radial6"/>
    <dgm:cxn modelId="{462AEE1A-6BF7-47A8-ACEA-5C3998461D0B}" type="presParOf" srcId="{6F2CA41B-4608-469C-A64A-B5E2FE49B8A8}" destId="{67ACED7B-9DF1-4BD2-BC73-4CFB01D56946}" srcOrd="3" destOrd="0" presId="urn:microsoft.com/office/officeart/2005/8/layout/radial6"/>
    <dgm:cxn modelId="{0E212D27-37EF-4D13-854E-D4AFD6A412C8}" type="presParOf" srcId="{6F2CA41B-4608-469C-A64A-B5E2FE49B8A8}" destId="{25E601EB-2636-4551-A87A-E4A2E5D8A8AE}" srcOrd="4" destOrd="0" presId="urn:microsoft.com/office/officeart/2005/8/layout/radial6"/>
    <dgm:cxn modelId="{7952AD7D-6B13-4993-B589-B75F7A9037A2}" type="presParOf" srcId="{6F2CA41B-4608-469C-A64A-B5E2FE49B8A8}" destId="{88EAC448-5E98-45FD-B0CC-3B8594780263}" srcOrd="5" destOrd="0" presId="urn:microsoft.com/office/officeart/2005/8/layout/radial6"/>
    <dgm:cxn modelId="{C43EA781-1AF4-4941-8DE0-AC0D8B50DC55}" type="presParOf" srcId="{6F2CA41B-4608-469C-A64A-B5E2FE49B8A8}" destId="{78DF129C-5D18-4A34-8CD0-5C806B033E2D}" srcOrd="6" destOrd="0" presId="urn:microsoft.com/office/officeart/2005/8/layout/radial6"/>
    <dgm:cxn modelId="{CABA7EB4-9A48-4C73-A9AE-7E8F50353C6A}" type="presParOf" srcId="{6F2CA41B-4608-469C-A64A-B5E2FE49B8A8}" destId="{56372ECA-8495-4F64-866D-D3025AD75716}" srcOrd="7" destOrd="0" presId="urn:microsoft.com/office/officeart/2005/8/layout/radial6"/>
    <dgm:cxn modelId="{CB9E04C0-3FB5-4061-A5E8-AB32D068202C}" type="presParOf" srcId="{6F2CA41B-4608-469C-A64A-B5E2FE49B8A8}" destId="{E01726B3-B853-4DF6-A438-B85CC7DE46BB}" srcOrd="8" destOrd="0" presId="urn:microsoft.com/office/officeart/2005/8/layout/radial6"/>
    <dgm:cxn modelId="{F0C0BFC7-88CE-4ED0-A4AB-4FAF609CA59C}" type="presParOf" srcId="{6F2CA41B-4608-469C-A64A-B5E2FE49B8A8}" destId="{E3327DEF-5B2B-4A9D-B953-EFD74581EB26}" srcOrd="9" destOrd="0" presId="urn:microsoft.com/office/officeart/2005/8/layout/radial6"/>
    <dgm:cxn modelId="{65656EB6-AB7C-4E5A-8083-B9D84FC01179}" type="presParOf" srcId="{6F2CA41B-4608-469C-A64A-B5E2FE49B8A8}" destId="{2BE90756-B6D9-44CE-9E2F-EF763B07AD27}" srcOrd="10" destOrd="0" presId="urn:microsoft.com/office/officeart/2005/8/layout/radial6"/>
    <dgm:cxn modelId="{0C7525BC-6DB5-48B3-BF64-D88FCA676A64}" type="presParOf" srcId="{6F2CA41B-4608-469C-A64A-B5E2FE49B8A8}" destId="{08CA93E8-1A3F-4554-8F76-B7A253729E3D}" srcOrd="11" destOrd="0" presId="urn:microsoft.com/office/officeart/2005/8/layout/radial6"/>
    <dgm:cxn modelId="{539C253D-A083-4FC4-A1E1-AA987802BA9E}" type="presParOf" srcId="{6F2CA41B-4608-469C-A64A-B5E2FE49B8A8}" destId="{0368B79B-17A3-4E98-BF90-02551400B191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4189E9-741B-4D3B-A0DE-B9E4F0CBE1F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8C562D-1CE2-4226-8FE9-FADF2066B75E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Forming</a:t>
          </a:r>
          <a:endParaRPr lang="en-US" dirty="0">
            <a:solidFill>
              <a:schemeClr val="tx1"/>
            </a:solidFill>
          </a:endParaRPr>
        </a:p>
      </dgm:t>
    </dgm:pt>
    <dgm:pt modelId="{E690F4A5-35EC-491D-B323-CAD7AED5C4D6}" type="parTrans" cxnId="{83BFF11D-5528-49E1-98D8-5A567BA51175}">
      <dgm:prSet/>
      <dgm:spPr/>
      <dgm:t>
        <a:bodyPr/>
        <a:lstStyle/>
        <a:p>
          <a:endParaRPr lang="en-US"/>
        </a:p>
      </dgm:t>
    </dgm:pt>
    <dgm:pt modelId="{48775E76-0D49-408D-B4AD-9059C9A7B4FF}" type="sibTrans" cxnId="{83BFF11D-5528-49E1-98D8-5A567BA51175}">
      <dgm:prSet/>
      <dgm:spPr/>
      <dgm:t>
        <a:bodyPr/>
        <a:lstStyle/>
        <a:p>
          <a:endParaRPr lang="en-US"/>
        </a:p>
      </dgm:t>
    </dgm:pt>
    <dgm:pt modelId="{0A0E6662-15BA-4437-8603-B549C8F3E860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polite stage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EC22661-9875-4A4A-8E33-95AD678EEA79}" type="parTrans" cxnId="{249F189C-0096-4457-AD6A-65E83D302EC2}">
      <dgm:prSet/>
      <dgm:spPr/>
      <dgm:t>
        <a:bodyPr/>
        <a:lstStyle/>
        <a:p>
          <a:endParaRPr lang="en-US"/>
        </a:p>
      </dgm:t>
    </dgm:pt>
    <dgm:pt modelId="{6B3ED3D4-1F67-4533-9A13-4A3323F895AA}" type="sibTrans" cxnId="{249F189C-0096-4457-AD6A-65E83D302EC2}">
      <dgm:prSet/>
      <dgm:spPr/>
      <dgm:t>
        <a:bodyPr/>
        <a:lstStyle/>
        <a:p>
          <a:endParaRPr lang="en-US"/>
        </a:p>
      </dgm:t>
    </dgm:pt>
    <dgm:pt modelId="{CCE2F50A-BBB2-45FC-B804-EE2FF2650711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Members feel confused</a:t>
          </a:r>
          <a:endParaRPr lang="en-US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1E4998-7CB2-4EA1-A748-0124286F0927}" type="parTrans" cxnId="{C9D71E43-7372-46C9-AD3A-0CAECE7F8F9F}">
      <dgm:prSet/>
      <dgm:spPr/>
      <dgm:t>
        <a:bodyPr/>
        <a:lstStyle/>
        <a:p>
          <a:endParaRPr lang="en-US"/>
        </a:p>
      </dgm:t>
    </dgm:pt>
    <dgm:pt modelId="{46552DF3-7DD3-4724-B1B4-394F6C539630}" type="sibTrans" cxnId="{C9D71E43-7372-46C9-AD3A-0CAECE7F8F9F}">
      <dgm:prSet/>
      <dgm:spPr/>
      <dgm:t>
        <a:bodyPr/>
        <a:lstStyle/>
        <a:p>
          <a:endParaRPr lang="en-US"/>
        </a:p>
      </dgm:t>
    </dgm:pt>
    <dgm:pt modelId="{5BE0D683-6F5E-430F-A955-6D7782449A96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Storming</a:t>
          </a:r>
          <a:endParaRPr lang="en-US" dirty="0">
            <a:solidFill>
              <a:schemeClr val="tx1"/>
            </a:solidFill>
          </a:endParaRPr>
        </a:p>
      </dgm:t>
    </dgm:pt>
    <dgm:pt modelId="{9E3B3CC8-0B48-4AA2-B915-5C2B68036496}" type="parTrans" cxnId="{87311F76-1946-4A62-937C-FFB81E4A97E6}">
      <dgm:prSet/>
      <dgm:spPr/>
      <dgm:t>
        <a:bodyPr/>
        <a:lstStyle/>
        <a:p>
          <a:endParaRPr lang="en-US"/>
        </a:p>
      </dgm:t>
    </dgm:pt>
    <dgm:pt modelId="{CE9B315A-3DA7-4279-B65D-17379B1A2848}" type="sibTrans" cxnId="{87311F76-1946-4A62-937C-FFB81E4A97E6}">
      <dgm:prSet/>
      <dgm:spPr/>
      <dgm:t>
        <a:bodyPr/>
        <a:lstStyle/>
        <a:p>
          <a:endParaRPr lang="en-US"/>
        </a:p>
      </dgm:t>
    </dgm:pt>
    <dgm:pt modelId="{6E85EC7A-6B2D-41F9-92D4-08D8FB29F346}">
      <dgm:prSet phldrT="[Text]" custT="1"/>
      <dgm:spPr/>
      <dgm:t>
        <a:bodyPr/>
        <a:lstStyle/>
        <a:p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Conflict event(The fighting stage)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4C7ADA-A8AC-4FD2-8801-F139258F6A6D}" type="parTrans" cxnId="{7F50A50E-E9A6-4CF9-BFD6-77D38E71AB1F}">
      <dgm:prSet/>
      <dgm:spPr/>
      <dgm:t>
        <a:bodyPr/>
        <a:lstStyle/>
        <a:p>
          <a:endParaRPr lang="en-US"/>
        </a:p>
      </dgm:t>
    </dgm:pt>
    <dgm:pt modelId="{EB0071EC-FA85-4774-A1A0-E48BE5A1143B}" type="sibTrans" cxnId="{7F50A50E-E9A6-4CF9-BFD6-77D38E71AB1F}">
      <dgm:prSet/>
      <dgm:spPr/>
      <dgm:t>
        <a:bodyPr/>
        <a:lstStyle/>
        <a:p>
          <a:endParaRPr lang="en-US"/>
        </a:p>
      </dgm:t>
    </dgm:pt>
    <dgm:pt modelId="{71FAF912-B1E9-4374-91EA-912ABB4FD4FD}">
      <dgm:prSet phldrT="[Text]"/>
      <dgm:spPr/>
      <dgm:t>
        <a:bodyPr/>
        <a:lstStyle/>
        <a:p>
          <a:endParaRPr lang="en-US" sz="1500" dirty="0"/>
        </a:p>
      </dgm:t>
    </dgm:pt>
    <dgm:pt modelId="{03AB9392-CD1E-4541-8469-D89937ACB0DF}" type="parTrans" cxnId="{6CFFCC4F-A391-4226-A45C-197DCE6CDEFC}">
      <dgm:prSet/>
      <dgm:spPr/>
      <dgm:t>
        <a:bodyPr/>
        <a:lstStyle/>
        <a:p>
          <a:endParaRPr lang="en-US"/>
        </a:p>
      </dgm:t>
    </dgm:pt>
    <dgm:pt modelId="{BD4323ED-4529-421A-80B5-6381B8D9E503}" type="sibTrans" cxnId="{6CFFCC4F-A391-4226-A45C-197DCE6CDEFC}">
      <dgm:prSet/>
      <dgm:spPr/>
      <dgm:t>
        <a:bodyPr/>
        <a:lstStyle/>
        <a:p>
          <a:endParaRPr lang="en-US"/>
        </a:p>
      </dgm:t>
    </dgm:pt>
    <dgm:pt modelId="{2556D008-CFCE-45F6-AE34-4AAFB2589A21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Norming</a:t>
          </a:r>
          <a:endParaRPr lang="en-US" dirty="0">
            <a:solidFill>
              <a:schemeClr val="tx1"/>
            </a:solidFill>
          </a:endParaRPr>
        </a:p>
      </dgm:t>
    </dgm:pt>
    <dgm:pt modelId="{7A8ED3AF-0C04-4D3A-A6E1-5B4D0CBB74F0}" type="parTrans" cxnId="{0ED39976-E32D-433D-9BAA-5494D0BD15CF}">
      <dgm:prSet/>
      <dgm:spPr/>
      <dgm:t>
        <a:bodyPr/>
        <a:lstStyle/>
        <a:p>
          <a:endParaRPr lang="en-US"/>
        </a:p>
      </dgm:t>
    </dgm:pt>
    <dgm:pt modelId="{362C22A4-55F1-4D4E-A2E2-A248DF38D5B5}" type="sibTrans" cxnId="{0ED39976-E32D-433D-9BAA-5494D0BD15CF}">
      <dgm:prSet/>
      <dgm:spPr/>
      <dgm:t>
        <a:bodyPr/>
        <a:lstStyle/>
        <a:p>
          <a:endParaRPr lang="en-US"/>
        </a:p>
      </dgm:t>
    </dgm:pt>
    <dgm:pt modelId="{465167ED-4D4D-4B18-B466-211676ECE289}">
      <dgm:prSet phldrT="[Text]" custT="1"/>
      <dgm:spPr/>
      <dgm:t>
        <a:bodyPr/>
        <a:lstStyle/>
        <a:p>
          <a:r>
            <a: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 achieve goals &amp; results 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1376E5-F195-4591-92DD-96C71F2A92B0}" type="parTrans" cxnId="{290C397D-1431-4CF9-848F-0CE3F0401308}">
      <dgm:prSet/>
      <dgm:spPr/>
      <dgm:t>
        <a:bodyPr/>
        <a:lstStyle/>
        <a:p>
          <a:endParaRPr lang="en-US"/>
        </a:p>
      </dgm:t>
    </dgm:pt>
    <dgm:pt modelId="{2CB5A1DE-2A88-43AB-9B01-884F3BA4846D}" type="sibTrans" cxnId="{290C397D-1431-4CF9-848F-0CE3F0401308}">
      <dgm:prSet/>
      <dgm:spPr/>
      <dgm:t>
        <a:bodyPr/>
        <a:lstStyle/>
        <a:p>
          <a:endParaRPr lang="en-US"/>
        </a:p>
      </dgm:t>
    </dgm:pt>
    <dgm:pt modelId="{AC3CDAA1-E595-4200-B9F1-FDD3AA90C53E}">
      <dgm:prSet phldrT="[Text]"/>
      <dgm:spPr/>
      <dgm:t>
        <a:bodyPr/>
        <a:lstStyle/>
        <a:p>
          <a:endParaRPr lang="en-US" sz="2200" dirty="0"/>
        </a:p>
      </dgm:t>
    </dgm:pt>
    <dgm:pt modelId="{E47E2600-1186-4CA0-A593-94CA7A2BFA46}" type="parTrans" cxnId="{4DDD6C98-DD4D-47E0-AB6F-91A0F34FEB95}">
      <dgm:prSet/>
      <dgm:spPr/>
      <dgm:t>
        <a:bodyPr/>
        <a:lstStyle/>
        <a:p>
          <a:endParaRPr lang="en-US"/>
        </a:p>
      </dgm:t>
    </dgm:pt>
    <dgm:pt modelId="{5C7D6D18-0992-4253-8A3D-92E0DD4ACE1B}" type="sibTrans" cxnId="{4DDD6C98-DD4D-47E0-AB6F-91A0F34FEB95}">
      <dgm:prSet/>
      <dgm:spPr/>
      <dgm:t>
        <a:bodyPr/>
        <a:lstStyle/>
        <a:p>
          <a:endParaRPr lang="en-US"/>
        </a:p>
      </dgm:t>
    </dgm:pt>
    <dgm:pt modelId="{DF3AD58C-E455-4BEE-B4D4-93992021FFB0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Performing</a:t>
          </a:r>
          <a:endParaRPr lang="en-US" dirty="0">
            <a:solidFill>
              <a:schemeClr val="tx1"/>
            </a:solidFill>
          </a:endParaRPr>
        </a:p>
      </dgm:t>
    </dgm:pt>
    <dgm:pt modelId="{E1D737A7-F080-4ADE-9035-4331981D7981}" type="parTrans" cxnId="{7727FFD9-1D41-4C1C-B538-B1D06ABE6CA4}">
      <dgm:prSet/>
      <dgm:spPr/>
      <dgm:t>
        <a:bodyPr/>
        <a:lstStyle/>
        <a:p>
          <a:endParaRPr lang="en-US"/>
        </a:p>
      </dgm:t>
    </dgm:pt>
    <dgm:pt modelId="{AB1480F5-F903-4D27-9BD8-DB1A55E3DC53}" type="sibTrans" cxnId="{7727FFD9-1D41-4C1C-B538-B1D06ABE6CA4}">
      <dgm:prSet/>
      <dgm:spPr/>
      <dgm:t>
        <a:bodyPr/>
        <a:lstStyle/>
        <a:p>
          <a:endParaRPr lang="en-US"/>
        </a:p>
      </dgm:t>
    </dgm:pt>
    <dgm:pt modelId="{31D45D75-FA4D-4D3A-A206-7FCDFC1D00A3}">
      <dgm:prSet phldrT="[Text]"/>
      <dgm:spPr/>
      <dgm:t>
        <a:bodyPr/>
        <a:lstStyle/>
        <a:p>
          <a:endParaRPr lang="en-US" sz="1500" dirty="0"/>
        </a:p>
      </dgm:t>
    </dgm:pt>
    <dgm:pt modelId="{E3E7303D-C886-4965-8FB2-2E429688C5C7}" type="parTrans" cxnId="{8818ED84-0682-4CE1-BEAB-96EBF6922DC3}">
      <dgm:prSet/>
      <dgm:spPr/>
      <dgm:t>
        <a:bodyPr/>
        <a:lstStyle/>
        <a:p>
          <a:endParaRPr lang="en-US"/>
        </a:p>
      </dgm:t>
    </dgm:pt>
    <dgm:pt modelId="{D755EC14-B292-4C42-9EA7-CDE2FEA83770}" type="sibTrans" cxnId="{8818ED84-0682-4CE1-BEAB-96EBF6922DC3}">
      <dgm:prSet/>
      <dgm:spPr/>
      <dgm:t>
        <a:bodyPr/>
        <a:lstStyle/>
        <a:p>
          <a:endParaRPr lang="en-US"/>
        </a:p>
      </dgm:t>
    </dgm:pt>
    <dgm:pt modelId="{268BB7A5-1153-4171-988E-E4025AA3DBC5}">
      <dgm:prSet phldrT="[Text]" custT="1"/>
      <dgm:spPr/>
      <dgm:t>
        <a:bodyPr/>
        <a:lstStyle/>
        <a:p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A6F713-24D1-48BD-9970-E39046319A19}" type="parTrans" cxnId="{A5DDC91E-27B4-454F-9D1A-BAA143245A65}">
      <dgm:prSet/>
      <dgm:spPr/>
    </dgm:pt>
    <dgm:pt modelId="{821AF5AC-8BC4-4522-A6EB-DAB074F14332}" type="sibTrans" cxnId="{A5DDC91E-27B4-454F-9D1A-BAA143245A65}">
      <dgm:prSet/>
      <dgm:spPr/>
    </dgm:pt>
    <dgm:pt modelId="{AB99066F-83A1-4D1D-A592-73D21E119B52}" type="pres">
      <dgm:prSet presAssocID="{F94189E9-741B-4D3B-A0DE-B9E4F0CBE1F4}" presName="Name0" presStyleCnt="0">
        <dgm:presLayoutVars>
          <dgm:dir/>
          <dgm:animLvl val="lvl"/>
          <dgm:resizeHandles val="exact"/>
        </dgm:presLayoutVars>
      </dgm:prSet>
      <dgm:spPr/>
    </dgm:pt>
    <dgm:pt modelId="{47948C3C-5768-45EF-AEFD-DF4E27C682D3}" type="pres">
      <dgm:prSet presAssocID="{5D8C562D-1CE2-4226-8FE9-FADF2066B75E}" presName="linNode" presStyleCnt="0"/>
      <dgm:spPr/>
    </dgm:pt>
    <dgm:pt modelId="{45C0926A-721D-4296-B3CA-FC5B83FE528D}" type="pres">
      <dgm:prSet presAssocID="{5D8C562D-1CE2-4226-8FE9-FADF2066B75E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BC5C59C-D9CB-43BA-8EB5-6E14DA4A9532}" type="pres">
      <dgm:prSet presAssocID="{5D8C562D-1CE2-4226-8FE9-FADF2066B75E}" presName="descendantText" presStyleLbl="alignAccFollowNode1" presStyleIdx="0" presStyleCnt="3">
        <dgm:presLayoutVars>
          <dgm:bulletEnabled val="1"/>
        </dgm:presLayoutVars>
      </dgm:prSet>
      <dgm:spPr/>
    </dgm:pt>
    <dgm:pt modelId="{884CA9D5-5BFA-489B-9E72-F0C14D5A065B}" type="pres">
      <dgm:prSet presAssocID="{48775E76-0D49-408D-B4AD-9059C9A7B4FF}" presName="sp" presStyleCnt="0"/>
      <dgm:spPr/>
    </dgm:pt>
    <dgm:pt modelId="{9BBBCCFA-7376-4760-8B69-72AB049FA4B2}" type="pres">
      <dgm:prSet presAssocID="{5BE0D683-6F5E-430F-A955-6D7782449A96}" presName="linNode" presStyleCnt="0"/>
      <dgm:spPr/>
    </dgm:pt>
    <dgm:pt modelId="{09D09F0B-A6D3-41F2-943A-B5F8F4754630}" type="pres">
      <dgm:prSet presAssocID="{5BE0D683-6F5E-430F-A955-6D7782449A9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F8EC8A1-8A86-40BD-9729-281456769DFF}" type="pres">
      <dgm:prSet presAssocID="{5BE0D683-6F5E-430F-A955-6D7782449A96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9EC19C-8AD8-44DE-A4D1-8BDE8E6A0A9C}" type="pres">
      <dgm:prSet presAssocID="{CE9B315A-3DA7-4279-B65D-17379B1A2848}" presName="sp" presStyleCnt="0"/>
      <dgm:spPr/>
    </dgm:pt>
    <dgm:pt modelId="{A3976529-1692-4FDD-BB0F-1886D71BC155}" type="pres">
      <dgm:prSet presAssocID="{2556D008-CFCE-45F6-AE34-4AAFB2589A21}" presName="linNode" presStyleCnt="0"/>
      <dgm:spPr/>
    </dgm:pt>
    <dgm:pt modelId="{805DE7F5-0F55-43C7-BA9C-D3CF5E61A373}" type="pres">
      <dgm:prSet presAssocID="{2556D008-CFCE-45F6-AE34-4AAFB2589A21}" presName="parentText" presStyleLbl="node1" presStyleIdx="2" presStyleCnt="4" custLinFactNeighborX="3" custLinFactNeighborY="1987">
        <dgm:presLayoutVars>
          <dgm:chMax val="1"/>
          <dgm:bulletEnabled val="1"/>
        </dgm:presLayoutVars>
      </dgm:prSet>
      <dgm:spPr/>
    </dgm:pt>
    <dgm:pt modelId="{56C72EB2-C371-492F-80F3-8AC0A4B1FC86}" type="pres">
      <dgm:prSet presAssocID="{362C22A4-55F1-4D4E-A2E2-A248DF38D5B5}" presName="sp" presStyleCnt="0"/>
      <dgm:spPr/>
    </dgm:pt>
    <dgm:pt modelId="{C40B474E-F5D2-4D2E-8A6B-2FC103BAAC30}" type="pres">
      <dgm:prSet presAssocID="{DF3AD58C-E455-4BEE-B4D4-93992021FFB0}" presName="linNode" presStyleCnt="0"/>
      <dgm:spPr/>
    </dgm:pt>
    <dgm:pt modelId="{F5022F18-E6BE-4CB3-8099-C3C858F7E047}" type="pres">
      <dgm:prSet presAssocID="{DF3AD58C-E455-4BEE-B4D4-93992021FFB0}" presName="parentText" presStyleLbl="node1" presStyleIdx="3" presStyleCnt="4" custLinFactNeighborX="3">
        <dgm:presLayoutVars>
          <dgm:chMax val="1"/>
          <dgm:bulletEnabled val="1"/>
        </dgm:presLayoutVars>
      </dgm:prSet>
      <dgm:spPr/>
    </dgm:pt>
    <dgm:pt modelId="{584EE1CD-24A0-4006-8425-104E1020BB69}" type="pres">
      <dgm:prSet presAssocID="{DF3AD58C-E455-4BEE-B4D4-93992021FFB0}" presName="descendantText" presStyleLbl="alignAccFollowNode1" presStyleIdx="2" presStyleCnt="3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536A110-1948-43F1-928B-1DAC1FBE8E11}" type="presOf" srcId="{CCE2F50A-BBB2-45FC-B804-EE2FF2650711}" destId="{4BC5C59C-D9CB-43BA-8EB5-6E14DA4A9532}" srcOrd="0" destOrd="1" presId="urn:microsoft.com/office/officeart/2005/8/layout/vList5"/>
    <dgm:cxn modelId="{290C397D-1431-4CF9-848F-0CE3F0401308}" srcId="{DF3AD58C-E455-4BEE-B4D4-93992021FFB0}" destId="{465167ED-4D4D-4B18-B466-211676ECE289}" srcOrd="0" destOrd="0" parTransId="{A31376E5-F195-4591-92DD-96C71F2A92B0}" sibTransId="{2CB5A1DE-2A88-43AB-9B01-884F3BA4846D}"/>
    <dgm:cxn modelId="{8818ED84-0682-4CE1-BEAB-96EBF6922DC3}" srcId="{5BE0D683-6F5E-430F-A955-6D7782449A96}" destId="{31D45D75-FA4D-4D3A-A206-7FCDFC1D00A3}" srcOrd="3" destOrd="0" parTransId="{E3E7303D-C886-4965-8FB2-2E429688C5C7}" sibTransId="{D755EC14-B292-4C42-9EA7-CDE2FEA83770}"/>
    <dgm:cxn modelId="{0F9DB4C3-3594-4030-9480-CE37DFB20689}" type="presOf" srcId="{6E85EC7A-6B2D-41F9-92D4-08D8FB29F346}" destId="{AF8EC8A1-8A86-40BD-9729-281456769DFF}" srcOrd="0" destOrd="1" presId="urn:microsoft.com/office/officeart/2005/8/layout/vList5"/>
    <dgm:cxn modelId="{7F50A50E-E9A6-4CF9-BFD6-77D38E71AB1F}" srcId="{5BE0D683-6F5E-430F-A955-6D7782449A96}" destId="{6E85EC7A-6B2D-41F9-92D4-08D8FB29F346}" srcOrd="1" destOrd="0" parTransId="{8A4C7ADA-A8AC-4FD2-8801-F139258F6A6D}" sibTransId="{EB0071EC-FA85-4774-A1A0-E48BE5A1143B}"/>
    <dgm:cxn modelId="{86F47511-04DB-4973-9D93-F7A0334F154E}" type="presOf" srcId="{465167ED-4D4D-4B18-B466-211676ECE289}" destId="{584EE1CD-24A0-4006-8425-104E1020BB69}" srcOrd="0" destOrd="0" presId="urn:microsoft.com/office/officeart/2005/8/layout/vList5"/>
    <dgm:cxn modelId="{0047AD25-9227-439C-9F5A-6AD7699AB0BF}" type="presOf" srcId="{AC3CDAA1-E595-4200-B9F1-FDD3AA90C53E}" destId="{584EE1CD-24A0-4006-8425-104E1020BB69}" srcOrd="0" destOrd="1" presId="urn:microsoft.com/office/officeart/2005/8/layout/vList5"/>
    <dgm:cxn modelId="{DE3E3978-C2C0-462B-B928-8726AF21A4A0}" type="presOf" srcId="{2556D008-CFCE-45F6-AE34-4AAFB2589A21}" destId="{805DE7F5-0F55-43C7-BA9C-D3CF5E61A373}" srcOrd="0" destOrd="0" presId="urn:microsoft.com/office/officeart/2005/8/layout/vList5"/>
    <dgm:cxn modelId="{2B183A4B-682D-43A7-BCBA-82DF43771589}" type="presOf" srcId="{71FAF912-B1E9-4374-91EA-912ABB4FD4FD}" destId="{AF8EC8A1-8A86-40BD-9729-281456769DFF}" srcOrd="0" destOrd="2" presId="urn:microsoft.com/office/officeart/2005/8/layout/vList5"/>
    <dgm:cxn modelId="{249F189C-0096-4457-AD6A-65E83D302EC2}" srcId="{5D8C562D-1CE2-4226-8FE9-FADF2066B75E}" destId="{0A0E6662-15BA-4437-8603-B549C8F3E860}" srcOrd="0" destOrd="0" parTransId="{1EC22661-9875-4A4A-8E33-95AD678EEA79}" sibTransId="{6B3ED3D4-1F67-4533-9A13-4A3323F895AA}"/>
    <dgm:cxn modelId="{C9D71E43-7372-46C9-AD3A-0CAECE7F8F9F}" srcId="{5D8C562D-1CE2-4226-8FE9-FADF2066B75E}" destId="{CCE2F50A-BBB2-45FC-B804-EE2FF2650711}" srcOrd="1" destOrd="0" parTransId="{DE1E4998-7CB2-4EA1-A748-0124286F0927}" sibTransId="{46552DF3-7DD3-4724-B1B4-394F6C539630}"/>
    <dgm:cxn modelId="{CCC1E909-5081-476D-9733-64DA2B45E07C}" type="presOf" srcId="{0A0E6662-15BA-4437-8603-B549C8F3E860}" destId="{4BC5C59C-D9CB-43BA-8EB5-6E14DA4A9532}" srcOrd="0" destOrd="0" presId="urn:microsoft.com/office/officeart/2005/8/layout/vList5"/>
    <dgm:cxn modelId="{AA6A7F60-6565-45EB-B0D9-7E6C296E5B0A}" type="presOf" srcId="{31D45D75-FA4D-4D3A-A206-7FCDFC1D00A3}" destId="{AF8EC8A1-8A86-40BD-9729-281456769DFF}" srcOrd="0" destOrd="3" presId="urn:microsoft.com/office/officeart/2005/8/layout/vList5"/>
    <dgm:cxn modelId="{9EAF37B3-36BB-4448-9D34-29E37777345D}" type="presOf" srcId="{DF3AD58C-E455-4BEE-B4D4-93992021FFB0}" destId="{F5022F18-E6BE-4CB3-8099-C3C858F7E047}" srcOrd="0" destOrd="0" presId="urn:microsoft.com/office/officeart/2005/8/layout/vList5"/>
    <dgm:cxn modelId="{4DDD6C98-DD4D-47E0-AB6F-91A0F34FEB95}" srcId="{DF3AD58C-E455-4BEE-B4D4-93992021FFB0}" destId="{AC3CDAA1-E595-4200-B9F1-FDD3AA90C53E}" srcOrd="1" destOrd="0" parTransId="{E47E2600-1186-4CA0-A593-94CA7A2BFA46}" sibTransId="{5C7D6D18-0992-4253-8A3D-92E0DD4ACE1B}"/>
    <dgm:cxn modelId="{83BFF11D-5528-49E1-98D8-5A567BA51175}" srcId="{F94189E9-741B-4D3B-A0DE-B9E4F0CBE1F4}" destId="{5D8C562D-1CE2-4226-8FE9-FADF2066B75E}" srcOrd="0" destOrd="0" parTransId="{E690F4A5-35EC-491D-B323-CAD7AED5C4D6}" sibTransId="{48775E76-0D49-408D-B4AD-9059C9A7B4FF}"/>
    <dgm:cxn modelId="{0ED39976-E32D-433D-9BAA-5494D0BD15CF}" srcId="{F94189E9-741B-4D3B-A0DE-B9E4F0CBE1F4}" destId="{2556D008-CFCE-45F6-AE34-4AAFB2589A21}" srcOrd="2" destOrd="0" parTransId="{7A8ED3AF-0C04-4D3A-A6E1-5B4D0CBB74F0}" sibTransId="{362C22A4-55F1-4D4E-A2E2-A248DF38D5B5}"/>
    <dgm:cxn modelId="{5C017BF8-3D65-4D2C-9A95-0067EDA88259}" type="presOf" srcId="{F94189E9-741B-4D3B-A0DE-B9E4F0CBE1F4}" destId="{AB99066F-83A1-4D1D-A592-73D21E119B52}" srcOrd="0" destOrd="0" presId="urn:microsoft.com/office/officeart/2005/8/layout/vList5"/>
    <dgm:cxn modelId="{60E84DD5-E80C-4365-81E5-C73C93CC5335}" type="presOf" srcId="{268BB7A5-1153-4171-988E-E4025AA3DBC5}" destId="{AF8EC8A1-8A86-40BD-9729-281456769DFF}" srcOrd="0" destOrd="0" presId="urn:microsoft.com/office/officeart/2005/8/layout/vList5"/>
    <dgm:cxn modelId="{6CFFCC4F-A391-4226-A45C-197DCE6CDEFC}" srcId="{5BE0D683-6F5E-430F-A955-6D7782449A96}" destId="{71FAF912-B1E9-4374-91EA-912ABB4FD4FD}" srcOrd="2" destOrd="0" parTransId="{03AB9392-CD1E-4541-8469-D89937ACB0DF}" sibTransId="{BD4323ED-4529-421A-80B5-6381B8D9E503}"/>
    <dgm:cxn modelId="{7727FFD9-1D41-4C1C-B538-B1D06ABE6CA4}" srcId="{F94189E9-741B-4D3B-A0DE-B9E4F0CBE1F4}" destId="{DF3AD58C-E455-4BEE-B4D4-93992021FFB0}" srcOrd="3" destOrd="0" parTransId="{E1D737A7-F080-4ADE-9035-4331981D7981}" sibTransId="{AB1480F5-F903-4D27-9BD8-DB1A55E3DC53}"/>
    <dgm:cxn modelId="{2325C54D-8F7E-4D42-A09D-A044B24ABEE2}" type="presOf" srcId="{5D8C562D-1CE2-4226-8FE9-FADF2066B75E}" destId="{45C0926A-721D-4296-B3CA-FC5B83FE528D}" srcOrd="0" destOrd="0" presId="urn:microsoft.com/office/officeart/2005/8/layout/vList5"/>
    <dgm:cxn modelId="{A5DDC91E-27B4-454F-9D1A-BAA143245A65}" srcId="{5BE0D683-6F5E-430F-A955-6D7782449A96}" destId="{268BB7A5-1153-4171-988E-E4025AA3DBC5}" srcOrd="0" destOrd="0" parTransId="{35A6F713-24D1-48BD-9970-E39046319A19}" sibTransId="{821AF5AC-8BC4-4522-A6EB-DAB074F14332}"/>
    <dgm:cxn modelId="{73C6E3C0-DD93-4F2A-944C-D0B126388EAE}" type="presOf" srcId="{5BE0D683-6F5E-430F-A955-6D7782449A96}" destId="{09D09F0B-A6D3-41F2-943A-B5F8F4754630}" srcOrd="0" destOrd="0" presId="urn:microsoft.com/office/officeart/2005/8/layout/vList5"/>
    <dgm:cxn modelId="{87311F76-1946-4A62-937C-FFB81E4A97E6}" srcId="{F94189E9-741B-4D3B-A0DE-B9E4F0CBE1F4}" destId="{5BE0D683-6F5E-430F-A955-6D7782449A96}" srcOrd="1" destOrd="0" parTransId="{9E3B3CC8-0B48-4AA2-B915-5C2B68036496}" sibTransId="{CE9B315A-3DA7-4279-B65D-17379B1A2848}"/>
    <dgm:cxn modelId="{7360090F-4512-4A1A-923C-C20C35A043EF}" type="presParOf" srcId="{AB99066F-83A1-4D1D-A592-73D21E119B52}" destId="{47948C3C-5768-45EF-AEFD-DF4E27C682D3}" srcOrd="0" destOrd="0" presId="urn:microsoft.com/office/officeart/2005/8/layout/vList5"/>
    <dgm:cxn modelId="{01519FE6-0631-4CE8-BF9F-0C0CB48FB6A2}" type="presParOf" srcId="{47948C3C-5768-45EF-AEFD-DF4E27C682D3}" destId="{45C0926A-721D-4296-B3CA-FC5B83FE528D}" srcOrd="0" destOrd="0" presId="urn:microsoft.com/office/officeart/2005/8/layout/vList5"/>
    <dgm:cxn modelId="{798402B7-8FFE-4499-83BE-734E0ED6C51B}" type="presParOf" srcId="{47948C3C-5768-45EF-AEFD-DF4E27C682D3}" destId="{4BC5C59C-D9CB-43BA-8EB5-6E14DA4A9532}" srcOrd="1" destOrd="0" presId="urn:microsoft.com/office/officeart/2005/8/layout/vList5"/>
    <dgm:cxn modelId="{5583A1EF-56D3-490E-8BE5-B10D1C700197}" type="presParOf" srcId="{AB99066F-83A1-4D1D-A592-73D21E119B52}" destId="{884CA9D5-5BFA-489B-9E72-F0C14D5A065B}" srcOrd="1" destOrd="0" presId="urn:microsoft.com/office/officeart/2005/8/layout/vList5"/>
    <dgm:cxn modelId="{69541B1C-DE67-4E09-81AF-E167C53CD62C}" type="presParOf" srcId="{AB99066F-83A1-4D1D-A592-73D21E119B52}" destId="{9BBBCCFA-7376-4760-8B69-72AB049FA4B2}" srcOrd="2" destOrd="0" presId="urn:microsoft.com/office/officeart/2005/8/layout/vList5"/>
    <dgm:cxn modelId="{8220C262-3502-464F-A98B-23EE51A3408D}" type="presParOf" srcId="{9BBBCCFA-7376-4760-8B69-72AB049FA4B2}" destId="{09D09F0B-A6D3-41F2-943A-B5F8F4754630}" srcOrd="0" destOrd="0" presId="urn:microsoft.com/office/officeart/2005/8/layout/vList5"/>
    <dgm:cxn modelId="{4C2A85EC-1822-452F-BE5E-B363DC1C10A3}" type="presParOf" srcId="{9BBBCCFA-7376-4760-8B69-72AB049FA4B2}" destId="{AF8EC8A1-8A86-40BD-9729-281456769DFF}" srcOrd="1" destOrd="0" presId="urn:microsoft.com/office/officeart/2005/8/layout/vList5"/>
    <dgm:cxn modelId="{73EC1EEF-6578-40F8-9C62-906A47E0F1F8}" type="presParOf" srcId="{AB99066F-83A1-4D1D-A592-73D21E119B52}" destId="{679EC19C-8AD8-44DE-A4D1-8BDE8E6A0A9C}" srcOrd="3" destOrd="0" presId="urn:microsoft.com/office/officeart/2005/8/layout/vList5"/>
    <dgm:cxn modelId="{CB912AB7-E0A1-4979-96DC-60B41429640A}" type="presParOf" srcId="{AB99066F-83A1-4D1D-A592-73D21E119B52}" destId="{A3976529-1692-4FDD-BB0F-1886D71BC155}" srcOrd="4" destOrd="0" presId="urn:microsoft.com/office/officeart/2005/8/layout/vList5"/>
    <dgm:cxn modelId="{B46AE058-E6F0-4BC3-BA8D-CE57D7D5EAC5}" type="presParOf" srcId="{A3976529-1692-4FDD-BB0F-1886D71BC155}" destId="{805DE7F5-0F55-43C7-BA9C-D3CF5E61A373}" srcOrd="0" destOrd="0" presId="urn:microsoft.com/office/officeart/2005/8/layout/vList5"/>
    <dgm:cxn modelId="{3FD58FA8-30A2-4A90-BB25-32EDB1855CCC}" type="presParOf" srcId="{AB99066F-83A1-4D1D-A592-73D21E119B52}" destId="{56C72EB2-C371-492F-80F3-8AC0A4B1FC86}" srcOrd="5" destOrd="0" presId="urn:microsoft.com/office/officeart/2005/8/layout/vList5"/>
    <dgm:cxn modelId="{7818DC8B-931C-4ED5-9D69-2D6340D0B876}" type="presParOf" srcId="{AB99066F-83A1-4D1D-A592-73D21E119B52}" destId="{C40B474E-F5D2-4D2E-8A6B-2FC103BAAC30}" srcOrd="6" destOrd="0" presId="urn:microsoft.com/office/officeart/2005/8/layout/vList5"/>
    <dgm:cxn modelId="{345FAC96-48CF-42C2-A461-88DA5E7D7A01}" type="presParOf" srcId="{C40B474E-F5D2-4D2E-8A6B-2FC103BAAC30}" destId="{F5022F18-E6BE-4CB3-8099-C3C858F7E047}" srcOrd="0" destOrd="0" presId="urn:microsoft.com/office/officeart/2005/8/layout/vList5"/>
    <dgm:cxn modelId="{F6937CCE-0216-4578-91A3-23DC7AFCCD6C}" type="presParOf" srcId="{C40B474E-F5D2-4D2E-8A6B-2FC103BAAC30}" destId="{584EE1CD-24A0-4006-8425-104E1020BB6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68B79B-17A3-4E98-BF90-02551400B191}">
      <dsp:nvSpPr>
        <dsp:cNvPr id="0" name=""/>
        <dsp:cNvSpPr/>
      </dsp:nvSpPr>
      <dsp:spPr>
        <a:xfrm>
          <a:off x="3034263" y="616903"/>
          <a:ext cx="4109003" cy="4109003"/>
        </a:xfrm>
        <a:prstGeom prst="blockArc">
          <a:avLst>
            <a:gd name="adj1" fmla="val 10800000"/>
            <a:gd name="adj2" fmla="val 16200000"/>
            <a:gd name="adj3" fmla="val 4639"/>
          </a:avLst>
        </a:prstGeom>
        <a:solidFill>
          <a:schemeClr val="accent4">
            <a:hueOff val="1259981"/>
            <a:satOff val="19402"/>
            <a:lumOff val="-313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27DEF-5B2B-4A9D-B953-EFD74581EB26}">
      <dsp:nvSpPr>
        <dsp:cNvPr id="0" name=""/>
        <dsp:cNvSpPr/>
      </dsp:nvSpPr>
      <dsp:spPr>
        <a:xfrm>
          <a:off x="3034263" y="616903"/>
          <a:ext cx="4109003" cy="4109003"/>
        </a:xfrm>
        <a:prstGeom prst="blockArc">
          <a:avLst>
            <a:gd name="adj1" fmla="val 5400000"/>
            <a:gd name="adj2" fmla="val 10800000"/>
            <a:gd name="adj3" fmla="val 4639"/>
          </a:avLst>
        </a:prstGeom>
        <a:solidFill>
          <a:schemeClr val="accent4">
            <a:hueOff val="839987"/>
            <a:satOff val="12935"/>
            <a:lumOff val="-20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F129C-5D18-4A34-8CD0-5C806B033E2D}">
      <dsp:nvSpPr>
        <dsp:cNvPr id="0" name=""/>
        <dsp:cNvSpPr/>
      </dsp:nvSpPr>
      <dsp:spPr>
        <a:xfrm>
          <a:off x="3034263" y="616903"/>
          <a:ext cx="4109003" cy="4109003"/>
        </a:xfrm>
        <a:prstGeom prst="blockArc">
          <a:avLst>
            <a:gd name="adj1" fmla="val 0"/>
            <a:gd name="adj2" fmla="val 5400000"/>
            <a:gd name="adj3" fmla="val 4639"/>
          </a:avLst>
        </a:prstGeom>
        <a:solidFill>
          <a:schemeClr val="accent4">
            <a:hueOff val="419994"/>
            <a:satOff val="6467"/>
            <a:lumOff val="-104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CED7B-9DF1-4BD2-BC73-4CFB01D56946}">
      <dsp:nvSpPr>
        <dsp:cNvPr id="0" name=""/>
        <dsp:cNvSpPr/>
      </dsp:nvSpPr>
      <dsp:spPr>
        <a:xfrm>
          <a:off x="3034263" y="616903"/>
          <a:ext cx="4109003" cy="4109003"/>
        </a:xfrm>
        <a:prstGeom prst="blockArc">
          <a:avLst>
            <a:gd name="adj1" fmla="val 16200000"/>
            <a:gd name="adj2" fmla="val 0"/>
            <a:gd name="adj3" fmla="val 4639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7B27DC-E61D-4B9E-BDFC-DB2C17361B29}">
      <dsp:nvSpPr>
        <dsp:cNvPr id="0" name=""/>
        <dsp:cNvSpPr/>
      </dsp:nvSpPr>
      <dsp:spPr>
        <a:xfrm>
          <a:off x="4143318" y="1725958"/>
          <a:ext cx="1890893" cy="189089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kern="1200" dirty="0" smtClean="0">
              <a:solidFill>
                <a:schemeClr val="tx1"/>
              </a:solidFill>
            </a:rPr>
            <a:t>TEAM</a:t>
          </a:r>
          <a:endParaRPr lang="en-US" sz="3900" b="1" kern="1200" dirty="0">
            <a:solidFill>
              <a:schemeClr val="tx1"/>
            </a:solidFill>
          </a:endParaRPr>
        </a:p>
      </dsp:txBody>
      <dsp:txXfrm>
        <a:off x="4420233" y="2002873"/>
        <a:ext cx="1337063" cy="1337063"/>
      </dsp:txXfrm>
    </dsp:sp>
    <dsp:sp modelId="{0B898710-E456-4C06-9BD0-FFA2B6445871}">
      <dsp:nvSpPr>
        <dsp:cNvPr id="0" name=""/>
        <dsp:cNvSpPr/>
      </dsp:nvSpPr>
      <dsp:spPr>
        <a:xfrm>
          <a:off x="4304761" y="2740"/>
          <a:ext cx="1568006" cy="1323625"/>
        </a:xfrm>
        <a:prstGeom prst="ellipse">
          <a:avLst/>
        </a:prstGeom>
        <a:solidFill>
          <a:srgbClr val="FFC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</a:rPr>
            <a:t>T</a:t>
          </a:r>
          <a:r>
            <a:rPr lang="en-US" sz="2000" b="0" kern="1200" dirty="0" smtClean="0">
              <a:solidFill>
                <a:schemeClr val="tx1"/>
              </a:solidFill>
            </a:rPr>
            <a:t>ogether</a:t>
          </a:r>
          <a:endParaRPr lang="en-US" sz="2000" b="0" kern="1200" dirty="0">
            <a:solidFill>
              <a:schemeClr val="tx1"/>
            </a:solidFill>
          </a:endParaRPr>
        </a:p>
      </dsp:txBody>
      <dsp:txXfrm>
        <a:off x="4534390" y="196580"/>
        <a:ext cx="1108748" cy="935945"/>
      </dsp:txXfrm>
    </dsp:sp>
    <dsp:sp modelId="{25E601EB-2636-4551-A87A-E4A2E5D8A8AE}">
      <dsp:nvSpPr>
        <dsp:cNvPr id="0" name=""/>
        <dsp:cNvSpPr/>
      </dsp:nvSpPr>
      <dsp:spPr>
        <a:xfrm>
          <a:off x="6433803" y="2009592"/>
          <a:ext cx="1323625" cy="1323625"/>
        </a:xfrm>
        <a:prstGeom prst="ellipse">
          <a:avLst/>
        </a:prstGeom>
        <a:solidFill>
          <a:srgbClr val="00B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>
              <a:solidFill>
                <a:schemeClr val="tx1"/>
              </a:solidFill>
            </a:rPr>
            <a:t>E</a:t>
          </a:r>
          <a:r>
            <a:rPr lang="en-US" sz="1900" kern="1200" dirty="0" smtClean="0">
              <a:solidFill>
                <a:schemeClr val="tx1"/>
              </a:solidFill>
            </a:rPr>
            <a:t>ach 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6627643" y="2203432"/>
        <a:ext cx="935945" cy="935945"/>
      </dsp:txXfrm>
    </dsp:sp>
    <dsp:sp modelId="{56372ECA-8495-4F64-866D-D3025AD75716}">
      <dsp:nvSpPr>
        <dsp:cNvPr id="0" name=""/>
        <dsp:cNvSpPr/>
      </dsp:nvSpPr>
      <dsp:spPr>
        <a:xfrm>
          <a:off x="4426952" y="4016443"/>
          <a:ext cx="1323625" cy="1323625"/>
        </a:xfrm>
        <a:prstGeom prst="ellipse">
          <a:avLst/>
        </a:prstGeom>
        <a:solidFill>
          <a:srgbClr val="FF000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>
              <a:solidFill>
                <a:schemeClr val="tx1"/>
              </a:solidFill>
            </a:rPr>
            <a:t>A</a:t>
          </a:r>
          <a:r>
            <a:rPr lang="en-US" sz="1900" kern="1200" dirty="0" smtClean="0">
              <a:solidFill>
                <a:schemeClr val="tx1"/>
              </a:solidFill>
            </a:rPr>
            <a:t>chieves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4620792" y="4210283"/>
        <a:ext cx="935945" cy="935945"/>
      </dsp:txXfrm>
    </dsp:sp>
    <dsp:sp modelId="{2BE90756-B6D9-44CE-9E2F-EF763B07AD27}">
      <dsp:nvSpPr>
        <dsp:cNvPr id="0" name=""/>
        <dsp:cNvSpPr/>
      </dsp:nvSpPr>
      <dsp:spPr>
        <a:xfrm>
          <a:off x="2420100" y="2009592"/>
          <a:ext cx="1323625" cy="1323625"/>
        </a:xfrm>
        <a:prstGeom prst="ellipse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>
              <a:solidFill>
                <a:schemeClr val="tx1"/>
              </a:solidFill>
            </a:rPr>
            <a:t>M</a:t>
          </a:r>
          <a:r>
            <a:rPr lang="en-US" sz="1900" kern="1200" dirty="0" smtClean="0">
              <a:solidFill>
                <a:schemeClr val="tx1"/>
              </a:solidFill>
            </a:rPr>
            <a:t>ore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2613940" y="2203432"/>
        <a:ext cx="935945" cy="9359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C5C59C-D9CB-43BA-8EB5-6E14DA4A9532}">
      <dsp:nvSpPr>
        <dsp:cNvPr id="0" name=""/>
        <dsp:cNvSpPr/>
      </dsp:nvSpPr>
      <dsp:spPr>
        <a:xfrm rot="5400000">
          <a:off x="6229001" y="-2627380"/>
          <a:ext cx="774688" cy="6227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The polite stage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Members feel confused</a:t>
          </a:r>
          <a:endParaRPr lang="en-US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502771" y="136667"/>
        <a:ext cx="6189332" cy="699054"/>
      </dsp:txXfrm>
    </dsp:sp>
    <dsp:sp modelId="{45C0926A-721D-4296-B3CA-FC5B83FE528D}">
      <dsp:nvSpPr>
        <dsp:cNvPr id="0" name=""/>
        <dsp:cNvSpPr/>
      </dsp:nvSpPr>
      <dsp:spPr>
        <a:xfrm>
          <a:off x="0" y="2013"/>
          <a:ext cx="3502771" cy="968361"/>
        </a:xfrm>
        <a:prstGeom prst="roundRect">
          <a:avLst/>
        </a:prstGeom>
        <a:solidFill>
          <a:srgbClr val="92D05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>
              <a:solidFill>
                <a:schemeClr val="tx1"/>
              </a:solidFill>
            </a:rPr>
            <a:t>Forming</a:t>
          </a:r>
          <a:endParaRPr lang="en-US" sz="5000" kern="1200" dirty="0">
            <a:solidFill>
              <a:schemeClr val="tx1"/>
            </a:solidFill>
          </a:endParaRPr>
        </a:p>
      </dsp:txBody>
      <dsp:txXfrm>
        <a:off x="47271" y="49284"/>
        <a:ext cx="3408229" cy="873819"/>
      </dsp:txXfrm>
    </dsp:sp>
    <dsp:sp modelId="{AF8EC8A1-8A86-40BD-9729-281456769DFF}">
      <dsp:nvSpPr>
        <dsp:cNvPr id="0" name=""/>
        <dsp:cNvSpPr/>
      </dsp:nvSpPr>
      <dsp:spPr>
        <a:xfrm rot="5400000">
          <a:off x="6229001" y="-1610601"/>
          <a:ext cx="774688" cy="6227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Conflict event(The fighting stage)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500" kern="1200" dirty="0"/>
        </a:p>
      </dsp:txBody>
      <dsp:txXfrm rot="-5400000">
        <a:off x="3502771" y="1153446"/>
        <a:ext cx="6189332" cy="699054"/>
      </dsp:txXfrm>
    </dsp:sp>
    <dsp:sp modelId="{09D09F0B-A6D3-41F2-943A-B5F8F4754630}">
      <dsp:nvSpPr>
        <dsp:cNvPr id="0" name=""/>
        <dsp:cNvSpPr/>
      </dsp:nvSpPr>
      <dsp:spPr>
        <a:xfrm>
          <a:off x="0" y="1018792"/>
          <a:ext cx="3502771" cy="9683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>
              <a:solidFill>
                <a:schemeClr val="tx1"/>
              </a:solidFill>
            </a:rPr>
            <a:t>Storming</a:t>
          </a:r>
          <a:endParaRPr lang="en-US" sz="5000" kern="1200" dirty="0">
            <a:solidFill>
              <a:schemeClr val="tx1"/>
            </a:solidFill>
          </a:endParaRPr>
        </a:p>
      </dsp:txBody>
      <dsp:txXfrm>
        <a:off x="47271" y="1066063"/>
        <a:ext cx="3408229" cy="873819"/>
      </dsp:txXfrm>
    </dsp:sp>
    <dsp:sp modelId="{805DE7F5-0F55-43C7-BA9C-D3CF5E61A373}">
      <dsp:nvSpPr>
        <dsp:cNvPr id="0" name=""/>
        <dsp:cNvSpPr/>
      </dsp:nvSpPr>
      <dsp:spPr>
        <a:xfrm>
          <a:off x="105" y="2054812"/>
          <a:ext cx="3502771" cy="968361"/>
        </a:xfrm>
        <a:prstGeom prst="round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>
              <a:solidFill>
                <a:schemeClr val="tx1"/>
              </a:solidFill>
            </a:rPr>
            <a:t>Norming</a:t>
          </a:r>
          <a:endParaRPr lang="en-US" sz="5000" kern="1200" dirty="0">
            <a:solidFill>
              <a:schemeClr val="tx1"/>
            </a:solidFill>
          </a:endParaRPr>
        </a:p>
      </dsp:txBody>
      <dsp:txXfrm>
        <a:off x="47376" y="2102083"/>
        <a:ext cx="3408229" cy="873819"/>
      </dsp:txXfrm>
    </dsp:sp>
    <dsp:sp modelId="{584EE1CD-24A0-4006-8425-104E1020BB69}">
      <dsp:nvSpPr>
        <dsp:cNvPr id="0" name=""/>
        <dsp:cNvSpPr/>
      </dsp:nvSpPr>
      <dsp:spPr>
        <a:xfrm rot="5400000">
          <a:off x="6229001" y="422956"/>
          <a:ext cx="774688" cy="622714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A achieve goals &amp; results 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200" kern="1200" dirty="0"/>
        </a:p>
      </dsp:txBody>
      <dsp:txXfrm rot="-5400000">
        <a:off x="3502771" y="3187004"/>
        <a:ext cx="6189332" cy="699054"/>
      </dsp:txXfrm>
    </dsp:sp>
    <dsp:sp modelId="{F5022F18-E6BE-4CB3-8099-C3C858F7E047}">
      <dsp:nvSpPr>
        <dsp:cNvPr id="0" name=""/>
        <dsp:cNvSpPr/>
      </dsp:nvSpPr>
      <dsp:spPr>
        <a:xfrm>
          <a:off x="186" y="3052350"/>
          <a:ext cx="3502771" cy="968361"/>
        </a:xfrm>
        <a:prstGeom prst="roundRect">
          <a:avLst/>
        </a:prstGeom>
        <a:solidFill>
          <a:schemeClr val="bg2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95250" rIns="190500" bIns="9525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000" kern="1200" dirty="0" smtClean="0">
              <a:solidFill>
                <a:schemeClr val="tx1"/>
              </a:solidFill>
            </a:rPr>
            <a:t>Performing</a:t>
          </a:r>
          <a:endParaRPr lang="en-US" sz="5000" kern="1200" dirty="0">
            <a:solidFill>
              <a:schemeClr val="tx1"/>
            </a:solidFill>
          </a:endParaRPr>
        </a:p>
      </dsp:txBody>
      <dsp:txXfrm>
        <a:off x="47457" y="3099621"/>
        <a:ext cx="3408229" cy="87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12/26/2022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45487"/>
            <a:ext cx="7772400" cy="1236372"/>
          </a:xfrm>
        </p:spPr>
        <p:txBody>
          <a:bodyPr>
            <a:noAutofit/>
          </a:bodyPr>
          <a:lstStyle/>
          <a:p>
            <a:pPr algn="ctr"/>
            <a:r>
              <a:rPr lang="en-US" sz="7200" dirty="0" smtClean="0"/>
              <a:t>Team Building </a:t>
            </a:r>
            <a:br>
              <a:rPr lang="en-US" sz="7200" dirty="0" smtClean="0"/>
            </a:b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220" y="6181859"/>
            <a:ext cx="5563673" cy="63919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By: </a:t>
            </a:r>
            <a:r>
              <a:rPr lang="en-US" dirty="0" err="1" smtClean="0"/>
              <a:t>Dr.Ibtisam</a:t>
            </a:r>
            <a:r>
              <a:rPr lang="en-US" dirty="0" smtClean="0"/>
              <a:t> </a:t>
            </a:r>
            <a:r>
              <a:rPr lang="en-US" dirty="0" err="1" smtClean="0"/>
              <a:t>Merghani</a:t>
            </a:r>
            <a:r>
              <a:rPr lang="en-US" dirty="0" smtClean="0"/>
              <a:t> Osman</a:t>
            </a:r>
          </a:p>
          <a:p>
            <a:r>
              <a:rPr lang="en-US" dirty="0" smtClean="0"/>
              <a:t>MBBS, DPH, MPH, 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3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the end of this session every student will be able to:</a:t>
            </a:r>
          </a:p>
          <a:p>
            <a:r>
              <a:rPr lang="en-US" dirty="0" smtClean="0"/>
              <a:t>1. Define the team</a:t>
            </a:r>
          </a:p>
          <a:p>
            <a:r>
              <a:rPr lang="en-US" dirty="0" smtClean="0"/>
              <a:t>2. Outline the importance of team</a:t>
            </a:r>
          </a:p>
          <a:p>
            <a:r>
              <a:rPr lang="en-US" dirty="0" smtClean="0"/>
              <a:t>3. Outline the team development process</a:t>
            </a:r>
          </a:p>
          <a:p>
            <a:r>
              <a:rPr lang="en-US" dirty="0" smtClean="0"/>
              <a:t>4.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6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Definition of a team &amp; team building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team is a collection of individuals, who highly communicate, directing their energies towards a known goal, which is achieved through their joint. Complementary efforts , for the benefit of all.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25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7865788"/>
              </p:ext>
            </p:extLst>
          </p:nvPr>
        </p:nvGraphicFramePr>
        <p:xfrm>
          <a:off x="566670" y="1043190"/>
          <a:ext cx="10177530" cy="5342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683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>
                <a:solidFill>
                  <a:prstClr val="black">
                    <a:lumMod val="95000"/>
                    <a:lumOff val="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team &amp; team building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468193"/>
            <a:ext cx="9720071" cy="4841168"/>
          </a:xfrm>
          <a:prstGeom prst="verticalScroll">
            <a:avLst/>
          </a:prstGeom>
        </p:spPr>
        <p:txBody>
          <a:bodyPr/>
          <a:lstStyle/>
          <a:p>
            <a:r>
              <a:rPr lang="en-US" sz="2400" dirty="0" smtClean="0"/>
              <a:t>Two or more individuals with a high degree of interdependence geared towards the achievement of a goal or completion of a task.</a:t>
            </a:r>
          </a:p>
          <a:p>
            <a:r>
              <a:rPr lang="en-US" sz="2400" dirty="0" smtClean="0"/>
              <a:t>Team can:</a:t>
            </a:r>
          </a:p>
          <a:p>
            <a:endParaRPr lang="en-US" dirty="0"/>
          </a:p>
        </p:txBody>
      </p:sp>
      <p:sp>
        <p:nvSpPr>
          <p:cNvPr id="5" name="Vertical Scroll 4"/>
          <p:cNvSpPr/>
          <p:nvPr/>
        </p:nvSpPr>
        <p:spPr>
          <a:xfrm rot="9786116" flipV="1">
            <a:off x="3739831" y="3065650"/>
            <a:ext cx="4288664" cy="3405760"/>
          </a:xfrm>
          <a:prstGeom prst="verticalScrol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C6695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</a:rPr>
              <a:t> make decision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C6695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</a:rPr>
              <a:t>Solve problem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C6695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</a:rPr>
              <a:t>Provide support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C6695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</a:rPr>
              <a:t>Accomplish mission &amp;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C6695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prstClr val="black"/>
                </a:solidFill>
              </a:rPr>
              <a:t>Plan their work</a:t>
            </a:r>
          </a:p>
        </p:txBody>
      </p:sp>
    </p:spTree>
    <p:extLst>
      <p:ext uri="{BB962C8B-B14F-4D97-AF65-F5344CB8AC3E}">
        <p14:creationId xmlns:p14="http://schemas.microsoft.com/office/powerpoint/2010/main" val="160227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team work in healthcare 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Promoting team work &amp; good communication among health professionals can dramatically improve efficiency &amp; effectiveness of healthcare delivery, resulting in better outcomes for the consumers.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safety &amp; improve the quality of healthcare planning &amp; provision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89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TEAM</a:t>
            </a:r>
            <a:endParaRPr lang="en-US" sz="6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 flipH="1">
            <a:off x="1532580" y="3099945"/>
            <a:ext cx="3490179" cy="14076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 professional</a:t>
            </a:r>
          </a:p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78827" y="3099944"/>
            <a:ext cx="3580327" cy="140766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Multidisciplinary </a:t>
            </a:r>
          </a:p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924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DEVELOPMENT PROCESS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155797"/>
              </p:ext>
            </p:extLst>
          </p:nvPr>
        </p:nvGraphicFramePr>
        <p:xfrm>
          <a:off x="1023937" y="2286000"/>
          <a:ext cx="9729921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4546242" y="4456089"/>
            <a:ext cx="6197958" cy="7727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disorder &amp; instability to the settling stage 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02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effective TEAM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756078"/>
            <a:ext cx="9720071" cy="35532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Trust( transparency, clarity of goals &amp; solving problem)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Respect( good communication, listing skill…, commitment)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Collaboration( Encouragement, learning rather than punishment)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30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team failure 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Unclear goals &amp; objectives</a:t>
            </a: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Non measurable goals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Poorly defined boundaries &amp; responsibilities 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Inappropriate leadership style or behavior 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5.Stifling of individual creativity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24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CONCUSION</a:t>
            </a:r>
            <a:endParaRPr lang="en-US" sz="4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embody a collective action arising out of task interdependency.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Members of the team agree on the goal.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Members agree that they must work together to achieve the goal.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member is viewed as having one or more important roles to play to successfully achieve the goal.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less hierarchy within the unit than in most work groups.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10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 !!</a:t>
            </a:r>
            <a:endParaRPr 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i="1" dirty="0" smtClean="0"/>
              <a:t>“ Aspire to inspire before you expire”</a:t>
            </a:r>
          </a:p>
          <a:p>
            <a:endParaRPr lang="en-US" sz="3600" i="1" dirty="0" smtClean="0"/>
          </a:p>
          <a:p>
            <a:r>
              <a:rPr lang="en-US" sz="3600" i="1" dirty="0" smtClean="0"/>
              <a:t>“ Resist the urge to be  a star, strive to develop stars and you be star”</a:t>
            </a:r>
            <a:endParaRPr lang="en-US" sz="3600" i="1" dirty="0"/>
          </a:p>
        </p:txBody>
      </p:sp>
      <p:sp>
        <p:nvSpPr>
          <p:cNvPr id="4" name="10-Point Star 3"/>
          <p:cNvSpPr/>
          <p:nvPr/>
        </p:nvSpPr>
        <p:spPr>
          <a:xfrm>
            <a:off x="2550017" y="1146220"/>
            <a:ext cx="45719" cy="45719"/>
          </a:xfrm>
          <a:prstGeom prst="star10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2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0" b="1" i="1" dirty="0" smtClean="0"/>
              <a:t>THANKYOU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82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522</TotalTime>
  <Words>389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Times New Roman</vt:lpstr>
      <vt:lpstr>Tw Cen MT</vt:lpstr>
      <vt:lpstr>Tw Cen MT Condensed</vt:lpstr>
      <vt:lpstr>Wingdings</vt:lpstr>
      <vt:lpstr>Wingdings 3</vt:lpstr>
      <vt:lpstr>Integral</vt:lpstr>
      <vt:lpstr>Team Building  </vt:lpstr>
      <vt:lpstr>OBJECTIVES</vt:lpstr>
      <vt:lpstr>Definition of a team &amp; team building</vt:lpstr>
      <vt:lpstr>PowerPoint Presentation</vt:lpstr>
      <vt:lpstr>Definition of a team &amp; team building</vt:lpstr>
      <vt:lpstr>Importance of team work in healthcare </vt:lpstr>
      <vt:lpstr>TYPES OF TEAM</vt:lpstr>
      <vt:lpstr>TEAM DEVELOPMENT PROCESS</vt:lpstr>
      <vt:lpstr>Characteristics of effective TEAM</vt:lpstr>
      <vt:lpstr>Causes of team failure </vt:lpstr>
      <vt:lpstr>CONCUSION</vt:lpstr>
      <vt:lpstr>REMEMBER !!</vt:lpstr>
      <vt:lpstr>PowerPoint Presentation</vt:lpstr>
    </vt:vector>
  </TitlesOfParts>
  <Company>Microsoft (C)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Building  </dc:title>
  <dc:creator>hp</dc:creator>
  <cp:lastModifiedBy>hp</cp:lastModifiedBy>
  <cp:revision>24</cp:revision>
  <dcterms:created xsi:type="dcterms:W3CDTF">2022-12-26T19:23:02Z</dcterms:created>
  <dcterms:modified xsi:type="dcterms:W3CDTF">2022-12-27T04:05:16Z</dcterms:modified>
</cp:coreProperties>
</file>
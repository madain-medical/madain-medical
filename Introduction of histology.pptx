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7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2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5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3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87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93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1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6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D66C7157-AC15-E24C-90E3-0A906F778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47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82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A15DD77B-0CA0-6003-5ACB-D527B4F40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5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9965DBF4-5471-1211-A09C-4F625EC50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2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6D57D6D6-5116-C311-3C25-9F872B9A4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38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5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5C8C0BB8-F7FE-6BB5-9943-45A940B65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35" y="0"/>
            <a:ext cx="120777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89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3F5D34B9-CB52-4015-4CC6-A3D354D74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38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8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C56C08E1-5160-F1B2-D3DE-0DA793F16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46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17E393BB-A1B1-30DE-3403-CBC1841D6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47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95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386F5246-D0CA-B21A-E148-5FB1FD432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55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183934D1-5EAB-F0EA-C14E-C0F554AB2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73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15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8F5F4B65-C13F-41CB-27E7-2B44621A4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47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49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391B53C7-4860-731C-77C8-2B3053B9B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55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121BA907-DD35-8FC1-5F47-0F61FFCBF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47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512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CA842819-8A29-FF34-54BB-61F255EFF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84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24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9AAE060A-595A-ECD9-3A7B-2DBCDC519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38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87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4039D3D5-50E1-D7C5-1B9A-EC907D249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94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04EBD92F-59AD-FBB5-BF5E-6B6C067CA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39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51A2B2AA-3147-5C28-BD77-D82702DAD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592" y="0"/>
            <a:ext cx="12336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68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AA7FBFE1-B8E4-E99F-8D31-18371C9CC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3647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07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2E993539-59CD-EA18-5DA8-99E1B1BF3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297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endParaRPr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F80BBA4D-6FA9-761E-A206-3FE67E2EE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55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1191D51-6E45-9218-C69F-B88DCA8A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669E6831-53CC-04EA-63B6-FAA71C41D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6" y="0"/>
            <a:ext cx="120864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88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61A5B70-A53D-5A0B-5696-B5F04BC7F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9A8BE0A5-AB91-A167-78C8-AE44F3BCF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7131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شاشة عريضة</PresentationFormat>
  <Slides>23</Slides>
  <Notes>0</Notes>
  <HiddenSlides>0</HiddenSlide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4" baseType="lpstr">
      <vt:lpstr>VanillaVTI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مستخدم ضيف</dc:creator>
  <cp:lastModifiedBy>مستخدم ضيف</cp:lastModifiedBy>
  <cp:revision>3</cp:revision>
  <dcterms:created xsi:type="dcterms:W3CDTF">2026-05-14T13:02:08Z</dcterms:created>
  <dcterms:modified xsi:type="dcterms:W3CDTF">2026-05-14T13:19:09Z</dcterms:modified>
</cp:coreProperties>
</file>
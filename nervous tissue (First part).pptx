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50EF2E7-9109-8219-074C-1EE6C91E2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0AE61177-8BD0-2546-FE11-07203A111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9F443BB-EECF-6572-6368-6B108B19E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E102B-62A5-2E43-B158-5877108E9923}" type="datetimeFigureOut">
              <a:rPr lang="" smtClean="0"/>
              <a:t>07/27/2026</a:t>
            </a:fld>
            <a:endParaRPr lang="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5C5066F-F709-3642-B9D5-3B1A39E98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C627F81-DBAC-7A22-979B-49463E1F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205-82D5-1C45-B964-8C6A7265A198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30829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ED45499-FBE5-54AE-56BC-ADE3D30B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6478F1D-3EE9-DA01-A605-CAB8D9FB6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5059CB4-764C-45BC-9619-883920449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E102B-62A5-2E43-B158-5877108E9923}" type="datetimeFigureOut">
              <a:rPr lang="" smtClean="0"/>
              <a:t>07/27/2026</a:t>
            </a:fld>
            <a:endParaRPr lang="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2F91F2E-092E-43EA-5481-EFEB90660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24D9216-C08E-1D39-B845-B0147E77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205-82D5-1C45-B964-8C6A7265A198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980847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46C99B4-E316-ACA1-4B46-69CA694AB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D3FAC574-083A-5FA0-CC51-30E8810D8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123B02E-D893-5CBA-F445-D7571151F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E102B-62A5-2E43-B158-5877108E9923}" type="datetimeFigureOut">
              <a:rPr lang="" smtClean="0"/>
              <a:t>07/27/2026</a:t>
            </a:fld>
            <a:endParaRPr lang="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2125B2C-9323-DA69-AB80-F8363A1E7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1B9B3E0-2C18-1AD8-FB21-695E14CC1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205-82D5-1C45-B964-8C6A7265A198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4157595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3165C46-8829-8C0F-FC20-947DD9DD4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8B86E42-00AD-5AE4-6A6F-F9AEFDD7F2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4777BB80-DE4C-C9D0-53ED-737303F84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8882D65D-8F81-ACBE-2BB5-F0BAD0062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E102B-62A5-2E43-B158-5877108E9923}" type="datetimeFigureOut">
              <a:rPr lang="" smtClean="0"/>
              <a:t>07/27/2026</a:t>
            </a:fld>
            <a:endParaRPr lang="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B4B4E1B8-A104-0888-1011-1D784C08C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79FDFE6-1678-8D30-A8CB-27EDB49B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205-82D5-1C45-B964-8C6A7265A198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4050206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3E3B9CA-7DF7-16BA-2363-2BB5A2E78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1E32FB89-A228-91DE-3ACA-5ADEFFD42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0BE2B58-8D01-821D-6D6D-10ED770F6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015AF3B7-24C0-00CA-5F55-8517499B5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70731454-B1CE-022E-C43F-69AB526890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6F245B0B-BDE5-4CF2-4F3B-81BAEC6E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E102B-62A5-2E43-B158-5877108E9923}" type="datetimeFigureOut">
              <a:rPr lang="" smtClean="0"/>
              <a:t>07/27/2026</a:t>
            </a:fld>
            <a:endParaRPr lang="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DFC6C9A1-2395-A60F-AC4F-BF25227E0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209C2369-0F48-AC8B-50FC-A6FD28CA0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205-82D5-1C45-B964-8C6A7265A198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949997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4390BAC-1103-7B29-35D4-05E630B61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23B26065-DDDA-A219-F7A8-BD835CA8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E102B-62A5-2E43-B158-5877108E9923}" type="datetimeFigureOut">
              <a:rPr lang="" smtClean="0"/>
              <a:t>07/27/2026</a:t>
            </a:fld>
            <a:endParaRPr lang="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0E0A1A66-36C8-7A54-5606-DDE06B87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30819E20-AF54-C426-E52B-EDE79571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205-82D5-1C45-B964-8C6A7265A198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700450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D59A4B71-EA07-7A68-3205-9DD192B15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E102B-62A5-2E43-B158-5877108E9923}" type="datetimeFigureOut">
              <a:rPr lang="" smtClean="0"/>
              <a:t>07/27/2026</a:t>
            </a:fld>
            <a:endParaRPr lang="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CCEF73C4-0AA7-0B14-749F-BD5A2449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CD89E932-DFC8-8FED-4D5F-94A61A2F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205-82D5-1C45-B964-8C6A7265A198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57538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3D660E7-B003-65A2-9888-8AC30A8D7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B9D4AB9-F028-DE4D-7632-31AEEF6F7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44562CA1-0006-EFBC-68BA-EEACD405A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71704EC7-FBB9-ABD3-C517-5A90A19B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E102B-62A5-2E43-B158-5877108E9923}" type="datetimeFigureOut">
              <a:rPr lang="" smtClean="0"/>
              <a:t>07/27/2026</a:t>
            </a:fld>
            <a:endParaRPr lang="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C12DCEFC-5B86-4A70-F84C-01990F072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9D0E7970-8B02-8127-9D7C-7FF93DEB5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205-82D5-1C45-B964-8C6A7265A198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873800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2AF79ED-5D72-A1C1-C1DD-6D29499B8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B0818580-902D-F87B-0013-5E03AD7A8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105B5B5-6EE5-7A38-3217-61EDC1340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7C2CCC9E-EB73-0EE4-8A4B-244D93280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E102B-62A5-2E43-B158-5877108E9923}" type="datetimeFigureOut">
              <a:rPr lang="" smtClean="0"/>
              <a:t>07/27/2026</a:t>
            </a:fld>
            <a:endParaRPr lang="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9F39D236-485A-DFE1-105A-0E847ACE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19D8F631-B53C-E6C6-63BC-362A6008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205-82D5-1C45-B964-8C6A7265A198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690726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BDD75A1-7D7D-6340-88C9-9C4A9B8B5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86A6951E-5C4F-03FA-BF67-866D0499B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B71C50A-54C0-4F71-3F0D-32A509C30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E102B-62A5-2E43-B158-5877108E9923}" type="datetimeFigureOut">
              <a:rPr lang="" smtClean="0"/>
              <a:t>07/27/2026</a:t>
            </a:fld>
            <a:endParaRPr lang="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636E548-66E2-B7A2-96D2-2F3898948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656F80C-8631-D5EE-2C53-EC22EE26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205-82D5-1C45-B964-8C6A7265A198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487809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A0E8D850-9EC7-4554-ED59-77C3EEC5A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A15DC0C0-ED6B-1B70-D224-83382D5C6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6FA6F7D-C820-2A33-EDD2-B3C3EB181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E102B-62A5-2E43-B158-5877108E9923}" type="datetimeFigureOut">
              <a:rPr lang="" smtClean="0"/>
              <a:t>07/27/2026</a:t>
            </a:fld>
            <a:endParaRPr lang="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A3E01D4-B88C-06AE-2DC3-23F46EB07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0B8C541-91D4-108F-B1FD-606616AC7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205-82D5-1C45-B964-8C6A7265A198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162337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203B6C8A-A564-A023-53E4-EF405933E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3A7C4FEF-858C-E406-4A3D-CFBAE385A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2C565D9-B43B-AA8D-D0B7-C96D5FDF5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CE102B-62A5-2E43-B158-5877108E9923}" type="datetimeFigureOut">
              <a:rPr lang="" smtClean="0"/>
              <a:t>07/27/2026</a:t>
            </a:fld>
            <a:endParaRPr lang="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3D585AC-DD23-07B0-B932-C9AA81256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624D3A5-C233-8C60-FA7D-4D02128C2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E6205-82D5-1C45-B964-8C6A7265A198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544604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3886D91-C49F-CDE4-31E5-68394179F0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85439E65-C42F-4889-F465-FEB2EB3A60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74F3CD72-86E2-2980-E20F-6D83140AF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75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2F99E56-B2F1-99D8-7994-B30E6710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CE3030DC-3B81-1FCB-6A3B-46F81E2A6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74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5A4E6C0-EFB2-2027-677E-9A7C67CB7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D5AC81A5-04EF-8E6B-3C0E-46153474B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536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163E294-806C-0563-4D5C-E1218C956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019D7F2A-55C7-88DA-B34C-BB7FCF27E0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47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A4DDE32-87E6-58CF-8BE5-B6881FC7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38A1DC99-5C3A-88C2-1413-00AA0EDBA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062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7AFB594-55AF-8E5A-1AF9-8178241C1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0E8BC278-4052-351C-B7C0-198036B59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36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679BD73-0EAE-D6E3-3479-0B553AAA9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7ABEF254-E2A7-08A4-2051-7E69111A3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2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4432999-91A8-9D2B-9541-E0839F41E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9E653D87-C37F-811F-24C7-3735D43C6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96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54E3562-73F1-5EB9-E498-56E93C445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58F18CF9-6DBD-FF69-2C96-E38837616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1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F753A3E-BB48-065E-E61F-DBC1E9C97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72133DC8-FCB7-A4C3-FE7A-9B7CB225D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397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B86BA37-C14B-74EB-A9FE-2FDAE222C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3F1DA365-79EF-104C-4F73-9DA48956F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96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19CD0E0-135D-6FB3-2A2E-824B4768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F29B5BFD-BE23-1E6E-9849-87692EB1E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933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E675764-6AD7-F698-6E9A-ED73D16D4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2DB55CCF-62F9-FDD1-4EA2-EBD972E1F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730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4FDC3E2-D0D9-A438-AA3D-E0444754F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600BED53-8CAA-A134-435D-75E73C73F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06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4CF80EB-246A-2F6C-6185-9FE53B58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CD8EF306-BC6D-7179-F16F-77F3948F99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51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12E88DD-2316-F997-2AF9-7E78C6EF8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F4CA0D95-106E-22F1-4FF1-527CE95933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08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BDE1FB4-ABC2-B53E-E786-AD5A6EDB0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8219BC44-52FB-671B-DE39-44462F14D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305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4CB43A2-A8F9-B7B6-4D1C-B5C50A80D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C6DE83E3-0656-E06B-77D3-38103C41D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83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3769CFE-49C0-D2CC-5569-C3C007805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CCBF32B5-A220-A6F4-98D2-06123A71A9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03908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شاشة عريضة</PresentationFormat>
  <Slides>19</Slides>
  <Notes>0</Notes>
  <HiddenSlides>0</HiddenSlide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19</vt:i4>
      </vt:variant>
    </vt:vector>
  </HeadingPairs>
  <TitlesOfParts>
    <vt:vector size="20" baseType="lpstr"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Abdalgader Majed</dc:creator>
  <cp:lastModifiedBy>Abdalgader Majed</cp:lastModifiedBy>
  <cp:revision>1</cp:revision>
  <dcterms:created xsi:type="dcterms:W3CDTF">2026-07-27T10:20:46Z</dcterms:created>
  <dcterms:modified xsi:type="dcterms:W3CDTF">2026-07-27T10:26:06Z</dcterms:modified>
</cp:coreProperties>
</file>
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5" r:id="rId2"/>
  </p:sldMasterIdLst>
  <p:notesMasterIdLst>
    <p:notesMasterId r:id="rId26"/>
  </p:notesMasterIdLst>
  <p:sldIdLst>
    <p:sldId id="276" r:id="rId3"/>
    <p:sldId id="275" r:id="rId4"/>
    <p:sldId id="258" r:id="rId5"/>
    <p:sldId id="277" r:id="rId6"/>
    <p:sldId id="259" r:id="rId7"/>
    <p:sldId id="272" r:id="rId8"/>
    <p:sldId id="268" r:id="rId9"/>
    <p:sldId id="261" r:id="rId10"/>
    <p:sldId id="262" r:id="rId11"/>
    <p:sldId id="267" r:id="rId12"/>
    <p:sldId id="263" r:id="rId13"/>
    <p:sldId id="280" r:id="rId14"/>
    <p:sldId id="279" r:id="rId15"/>
    <p:sldId id="281" r:id="rId16"/>
    <p:sldId id="264" r:id="rId17"/>
    <p:sldId id="266" r:id="rId18"/>
    <p:sldId id="282" r:id="rId19"/>
    <p:sldId id="283" r:id="rId20"/>
    <p:sldId id="284" r:id="rId21"/>
    <p:sldId id="285" r:id="rId22"/>
    <p:sldId id="286" r:id="rId23"/>
    <p:sldId id="287" r:id="rId24"/>
    <p:sldId id="278"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2DB4BA5-7DD9-472A-A120-5BE23B52509B}" type="datetimeFigureOut">
              <a:rPr lang="en-US" smtClean="0"/>
              <a:pPr/>
              <a:t>4/3/2021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DC12736-E24B-49E0-A097-F4730E9759AB}" type="slidenum">
              <a:rPr lang="en-US" smtClean="0"/>
              <a:pPr/>
              <a:t>‹#›</a:t>
            </a:fld>
            <a:endParaRPr lang="en-US"/>
          </a:p>
        </p:txBody>
      </p:sp>
    </p:spTree>
    <p:extLst>
      <p:ext uri="{BB962C8B-B14F-4D97-AF65-F5344CB8AC3E}">
        <p14:creationId xmlns="" xmlns:p14="http://schemas.microsoft.com/office/powerpoint/2010/main" val="2887724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0" y="1708150"/>
            <a:ext cx="9147175" cy="0"/>
          </a:xfrm>
          <a:prstGeom prst="line">
            <a:avLst/>
          </a:prstGeom>
          <a:noFill/>
          <a:ln w="12700" cap="sq">
            <a:solidFill>
              <a:schemeClr val="bg2"/>
            </a:solidFill>
            <a:round/>
            <a:headEnd type="none" w="sm" len="sm"/>
            <a:tailEnd type="none" w="sm" len="sm"/>
          </a:ln>
          <a:effectLst/>
        </p:spPr>
        <p:txBody>
          <a:bodyPr/>
          <a:lstStyle/>
          <a:p>
            <a:pPr fontAlgn="base">
              <a:spcBef>
                <a:spcPct val="0"/>
              </a:spcBef>
              <a:spcAft>
                <a:spcPct val="0"/>
              </a:spcAft>
              <a:defRPr/>
            </a:pPr>
            <a:endParaRPr lang="en-GB" sz="3600">
              <a:solidFill>
                <a:srgbClr val="FFFFFF"/>
              </a:solidFill>
              <a:latin typeface="Times New Roman" pitchFamily="18" charset="0"/>
            </a:endParaRPr>
          </a:p>
        </p:txBody>
      </p:sp>
      <p:sp>
        <p:nvSpPr>
          <p:cNvPr id="5" name="Arc 3"/>
          <p:cNvSpPr>
            <a:spLocks/>
          </p:cNvSpPr>
          <p:nvPr/>
        </p:nvSpPr>
        <p:spPr bwMode="auto">
          <a:xfrm>
            <a:off x="0" y="842963"/>
            <a:ext cx="2897188" cy="60150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gradFill rotWithShape="0">
            <a:gsLst>
              <a:gs pos="0">
                <a:schemeClr val="bg1"/>
              </a:gs>
              <a:gs pos="100000">
                <a:schemeClr val="accent2"/>
              </a:gs>
            </a:gsLst>
            <a:lin ang="5400000" scaled="1"/>
          </a:gradFill>
          <a:ln w="9525">
            <a:noFill/>
            <a:round/>
            <a:headEnd type="none" w="sm" len="sm"/>
            <a:tailEnd type="none" w="sm" len="sm"/>
          </a:ln>
          <a:effectLst/>
        </p:spPr>
        <p:txBody>
          <a:bodyPr/>
          <a:lstStyle/>
          <a:p>
            <a:pPr fontAlgn="base">
              <a:spcBef>
                <a:spcPct val="0"/>
              </a:spcBef>
              <a:spcAft>
                <a:spcPct val="0"/>
              </a:spcAft>
              <a:defRPr/>
            </a:pPr>
            <a:endParaRPr kumimoji="1" lang="en-US" sz="2400">
              <a:solidFill>
                <a:srgbClr val="FFFFFF"/>
              </a:solidFill>
              <a:latin typeface="Times New Roman" pitchFamily="18" charset="0"/>
            </a:endParaRPr>
          </a:p>
        </p:txBody>
      </p:sp>
      <p:sp>
        <p:nvSpPr>
          <p:cNvPr id="3076" name="Rectangle 4"/>
          <p:cNvSpPr>
            <a:spLocks noGrp="1" noChangeArrowheads="1"/>
          </p:cNvSpPr>
          <p:nvPr>
            <p:ph type="ctrTitle" sz="quarter"/>
          </p:nvPr>
        </p:nvSpPr>
        <p:spPr>
          <a:xfrm>
            <a:off x="2743200" y="427038"/>
            <a:ext cx="6399213" cy="1524000"/>
          </a:xfrm>
        </p:spPr>
        <p:txBody>
          <a:bodyPr anchor="b"/>
          <a:lstStyle>
            <a:lvl1pPr>
              <a:lnSpc>
                <a:spcPct val="80000"/>
              </a:lnSpc>
              <a:defRPr sz="6600"/>
            </a:lvl1pPr>
          </a:lstStyle>
          <a:p>
            <a:r>
              <a:rPr lang="en-GB"/>
              <a:t>Click to edit Master title style</a:t>
            </a:r>
          </a:p>
        </p:txBody>
      </p:sp>
      <p:sp>
        <p:nvSpPr>
          <p:cNvPr id="3077" name="Rectangle 5"/>
          <p:cNvSpPr>
            <a:spLocks noGrp="1" noChangeArrowheads="1"/>
          </p:cNvSpPr>
          <p:nvPr>
            <p:ph type="subTitle" sz="quarter" idx="1"/>
          </p:nvPr>
        </p:nvSpPr>
        <p:spPr>
          <a:xfrm>
            <a:off x="4191000" y="1828800"/>
            <a:ext cx="4572000" cy="1752600"/>
          </a:xfrm>
        </p:spPr>
        <p:txBody>
          <a:bodyPr/>
          <a:lstStyle>
            <a:lvl1pPr marL="0" indent="0">
              <a:buFont typeface="Wingdings" pitchFamily="2" charset="2"/>
              <a:buNone/>
              <a:defRPr sz="2400"/>
            </a:lvl1pPr>
          </a:lstStyle>
          <a:p>
            <a:r>
              <a:rPr lang="en-GB"/>
              <a:t>Click to edit Master subtitle style</a:t>
            </a:r>
          </a:p>
        </p:txBody>
      </p:sp>
      <p:sp>
        <p:nvSpPr>
          <p:cNvPr id="6" name="Rectangle 6"/>
          <p:cNvSpPr>
            <a:spLocks noGrp="1" noChangeArrowheads="1"/>
          </p:cNvSpPr>
          <p:nvPr>
            <p:ph type="dt" sz="quarter" idx="10"/>
          </p:nvPr>
        </p:nvSpPr>
        <p:spPr/>
        <p:txBody>
          <a:bodyPr/>
          <a:lstStyle>
            <a:lvl1pPr>
              <a:defRPr/>
            </a:lvl1pPr>
          </a:lstStyle>
          <a:p>
            <a:pPr>
              <a:defRPr/>
            </a:pPr>
            <a:fld id="{C25B50A0-104B-41B6-AF2C-A022EB9CCAB7}" type="datetime1">
              <a:rPr lang="en-US" smtClean="0">
                <a:solidFill>
                  <a:srgbClr val="FFFFFF"/>
                </a:solidFill>
              </a:rPr>
              <a:pPr>
                <a:defRPr/>
              </a:pPr>
              <a:t>4/3/2021</a:t>
            </a:fld>
            <a:endParaRPr lang="en-US">
              <a:solidFill>
                <a:srgbClr val="FFFFFF"/>
              </a:solidFill>
            </a:endParaRPr>
          </a:p>
        </p:txBody>
      </p:sp>
      <p:sp>
        <p:nvSpPr>
          <p:cNvPr id="7" name="Rectangle 7"/>
          <p:cNvSpPr>
            <a:spLocks noGrp="1" noChangeArrowheads="1"/>
          </p:cNvSpPr>
          <p:nvPr>
            <p:ph type="ftr" sz="quarter" idx="11"/>
          </p:nvPr>
        </p:nvSpPr>
        <p:spPr/>
        <p:txBody>
          <a:bodyPr/>
          <a:lstStyle>
            <a:lvl1pPr>
              <a:defRPr/>
            </a:lvl1pPr>
          </a:lstStyle>
          <a:p>
            <a:pPr>
              <a:defRPr/>
            </a:pPr>
            <a:r>
              <a:rPr lang="en-GB" smtClean="0">
                <a:solidFill>
                  <a:srgbClr val="FFFFFF"/>
                </a:solidFill>
              </a:rPr>
              <a:t>Barakat                                                          2013                                          </a:t>
            </a:r>
            <a:endParaRPr lang="en-GB">
              <a:solidFill>
                <a:srgbClr val="FFFFFF"/>
              </a:solidFill>
            </a:endParaRPr>
          </a:p>
        </p:txBody>
      </p:sp>
      <p:sp>
        <p:nvSpPr>
          <p:cNvPr id="8" name="Rectangle 8"/>
          <p:cNvSpPr>
            <a:spLocks noGrp="1" noChangeArrowheads="1"/>
          </p:cNvSpPr>
          <p:nvPr>
            <p:ph type="sldNum" sz="quarter" idx="12"/>
          </p:nvPr>
        </p:nvSpPr>
        <p:spPr/>
        <p:txBody>
          <a:bodyPr/>
          <a:lstStyle>
            <a:lvl1pPr>
              <a:defRPr/>
            </a:lvl1pPr>
          </a:lstStyle>
          <a:p>
            <a:pPr>
              <a:defRPr/>
            </a:pPr>
            <a:fld id="{E3700130-5A0E-422A-86F0-282AC74F9299}" type="slidenum">
              <a:rPr lang="en-GB">
                <a:solidFill>
                  <a:srgbClr val="FFFFFF"/>
                </a:solidFill>
              </a:rPr>
              <a:pPr>
                <a:defRPr/>
              </a:pPr>
              <a:t>‹#›</a:t>
            </a:fld>
            <a:endParaRPr lang="en-GB">
              <a:solidFill>
                <a:srgbClr val="FFFFFF"/>
              </a:solidFill>
            </a:endParaRPr>
          </a:p>
        </p:txBody>
      </p:sp>
    </p:spTree>
    <p:extLst>
      <p:ext uri="{BB962C8B-B14F-4D97-AF65-F5344CB8AC3E}">
        <p14:creationId xmlns="" xmlns:p14="http://schemas.microsoft.com/office/powerpoint/2010/main" val="1806458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5"/>
          <p:cNvSpPr>
            <a:spLocks noGrp="1" noChangeArrowheads="1"/>
          </p:cNvSpPr>
          <p:nvPr>
            <p:ph type="dt" sz="half" idx="10"/>
          </p:nvPr>
        </p:nvSpPr>
        <p:spPr/>
        <p:txBody>
          <a:bodyPr/>
          <a:lstStyle>
            <a:lvl1pPr>
              <a:defRPr/>
            </a:lvl1pPr>
          </a:lstStyle>
          <a:p>
            <a:pPr>
              <a:defRPr/>
            </a:pPr>
            <a:fld id="{7773D674-5363-4F69-AF56-4B5169F411C8}" type="datetime1">
              <a:rPr lang="en-US" smtClean="0">
                <a:solidFill>
                  <a:srgbClr val="FFFFFF"/>
                </a:solidFill>
              </a:rPr>
              <a:pPr>
                <a:defRPr/>
              </a:pPr>
              <a:t>4/3/2021</a:t>
            </a:fld>
            <a:endParaRPr lang="en-US">
              <a:solidFill>
                <a:srgbClr val="FFFFFF"/>
              </a:solidFill>
            </a:endParaRPr>
          </a:p>
        </p:txBody>
      </p:sp>
      <p:sp>
        <p:nvSpPr>
          <p:cNvPr id="5" name="Rectangle 6"/>
          <p:cNvSpPr>
            <a:spLocks noGrp="1" noChangeArrowheads="1"/>
          </p:cNvSpPr>
          <p:nvPr>
            <p:ph type="ftr" sz="quarter" idx="11"/>
          </p:nvPr>
        </p:nvSpPr>
        <p:spPr/>
        <p:txBody>
          <a:bodyPr/>
          <a:lstStyle>
            <a:lvl1pPr>
              <a:defRPr/>
            </a:lvl1pPr>
          </a:lstStyle>
          <a:p>
            <a:pPr>
              <a:defRPr/>
            </a:pPr>
            <a:r>
              <a:rPr lang="en-GB" smtClean="0">
                <a:solidFill>
                  <a:srgbClr val="FFFFFF"/>
                </a:solidFill>
              </a:rPr>
              <a:t>Barakat                                                          2013                                          </a:t>
            </a:r>
            <a:endParaRPr lang="en-GB">
              <a:solidFill>
                <a:srgbClr val="FFFFFF"/>
              </a:solidFill>
            </a:endParaRPr>
          </a:p>
        </p:txBody>
      </p:sp>
      <p:sp>
        <p:nvSpPr>
          <p:cNvPr id="6" name="Rectangle 7"/>
          <p:cNvSpPr>
            <a:spLocks noGrp="1" noChangeArrowheads="1"/>
          </p:cNvSpPr>
          <p:nvPr>
            <p:ph type="sldNum" sz="quarter" idx="12"/>
          </p:nvPr>
        </p:nvSpPr>
        <p:spPr/>
        <p:txBody>
          <a:bodyPr/>
          <a:lstStyle>
            <a:lvl1pPr>
              <a:defRPr/>
            </a:lvl1pPr>
          </a:lstStyle>
          <a:p>
            <a:pPr>
              <a:defRPr/>
            </a:pPr>
            <a:fld id="{3A4A60ED-F697-4ABF-9686-D2986A96B2A4}" type="slidenum">
              <a:rPr lang="en-GB">
                <a:solidFill>
                  <a:srgbClr val="FFFFFF"/>
                </a:solidFill>
              </a:rPr>
              <a:pPr>
                <a:defRPr/>
              </a:pPr>
              <a:t>‹#›</a:t>
            </a:fld>
            <a:endParaRPr lang="en-GB">
              <a:solidFill>
                <a:srgbClr val="FFFFFF"/>
              </a:solidFill>
            </a:endParaRPr>
          </a:p>
        </p:txBody>
      </p:sp>
    </p:spTree>
    <p:extLst>
      <p:ext uri="{BB962C8B-B14F-4D97-AF65-F5344CB8AC3E}">
        <p14:creationId xmlns="" xmlns:p14="http://schemas.microsoft.com/office/powerpoint/2010/main" val="188319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dt" sz="half" idx="10"/>
          </p:nvPr>
        </p:nvSpPr>
        <p:spPr/>
        <p:txBody>
          <a:bodyPr/>
          <a:lstStyle>
            <a:lvl1pPr>
              <a:defRPr/>
            </a:lvl1pPr>
          </a:lstStyle>
          <a:p>
            <a:pPr>
              <a:defRPr/>
            </a:pPr>
            <a:fld id="{A0694306-741D-4A09-A22B-98991FCEC984}" type="datetime1">
              <a:rPr lang="en-US" smtClean="0">
                <a:solidFill>
                  <a:srgbClr val="FFFFFF"/>
                </a:solidFill>
              </a:rPr>
              <a:pPr>
                <a:defRPr/>
              </a:pPr>
              <a:t>4/3/2021</a:t>
            </a:fld>
            <a:endParaRPr lang="en-US">
              <a:solidFill>
                <a:srgbClr val="FFFFFF"/>
              </a:solidFill>
            </a:endParaRPr>
          </a:p>
        </p:txBody>
      </p:sp>
      <p:sp>
        <p:nvSpPr>
          <p:cNvPr id="5" name="Rectangle 6"/>
          <p:cNvSpPr>
            <a:spLocks noGrp="1" noChangeArrowheads="1"/>
          </p:cNvSpPr>
          <p:nvPr>
            <p:ph type="ftr" sz="quarter" idx="11"/>
          </p:nvPr>
        </p:nvSpPr>
        <p:spPr/>
        <p:txBody>
          <a:bodyPr/>
          <a:lstStyle>
            <a:lvl1pPr>
              <a:defRPr/>
            </a:lvl1pPr>
          </a:lstStyle>
          <a:p>
            <a:pPr>
              <a:defRPr/>
            </a:pPr>
            <a:r>
              <a:rPr lang="en-GB" smtClean="0">
                <a:solidFill>
                  <a:srgbClr val="FFFFFF"/>
                </a:solidFill>
              </a:rPr>
              <a:t>Barakat                                                          2013                                          </a:t>
            </a:r>
            <a:endParaRPr lang="en-GB">
              <a:solidFill>
                <a:srgbClr val="FFFFFF"/>
              </a:solidFill>
            </a:endParaRPr>
          </a:p>
        </p:txBody>
      </p:sp>
      <p:sp>
        <p:nvSpPr>
          <p:cNvPr id="6" name="Rectangle 7"/>
          <p:cNvSpPr>
            <a:spLocks noGrp="1" noChangeArrowheads="1"/>
          </p:cNvSpPr>
          <p:nvPr>
            <p:ph type="sldNum" sz="quarter" idx="12"/>
          </p:nvPr>
        </p:nvSpPr>
        <p:spPr/>
        <p:txBody>
          <a:bodyPr/>
          <a:lstStyle>
            <a:lvl1pPr>
              <a:defRPr/>
            </a:lvl1pPr>
          </a:lstStyle>
          <a:p>
            <a:pPr>
              <a:defRPr/>
            </a:pPr>
            <a:fld id="{3E489B7D-194A-4E8D-A7FE-89F6BE668BAF}" type="slidenum">
              <a:rPr lang="en-GB">
                <a:solidFill>
                  <a:srgbClr val="FFFFFF"/>
                </a:solidFill>
              </a:rPr>
              <a:pPr>
                <a:defRPr/>
              </a:pPr>
              <a:t>‹#›</a:t>
            </a:fld>
            <a:endParaRPr lang="en-GB">
              <a:solidFill>
                <a:srgbClr val="FFFFFF"/>
              </a:solidFill>
            </a:endParaRPr>
          </a:p>
        </p:txBody>
      </p:sp>
    </p:spTree>
    <p:extLst>
      <p:ext uri="{BB962C8B-B14F-4D97-AF65-F5344CB8AC3E}">
        <p14:creationId xmlns="" xmlns:p14="http://schemas.microsoft.com/office/powerpoint/2010/main" val="2598285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2819400" y="1981200"/>
            <a:ext cx="2971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5943600" y="1981200"/>
            <a:ext cx="2971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5"/>
          <p:cNvSpPr>
            <a:spLocks noGrp="1" noChangeArrowheads="1"/>
          </p:cNvSpPr>
          <p:nvPr>
            <p:ph type="dt" sz="half" idx="10"/>
          </p:nvPr>
        </p:nvSpPr>
        <p:spPr/>
        <p:txBody>
          <a:bodyPr/>
          <a:lstStyle>
            <a:lvl1pPr>
              <a:defRPr/>
            </a:lvl1pPr>
          </a:lstStyle>
          <a:p>
            <a:pPr>
              <a:defRPr/>
            </a:pPr>
            <a:fld id="{25E0CF33-33C3-46F7-BC09-5DCF4F13E1B4}" type="datetime1">
              <a:rPr lang="en-US" smtClean="0">
                <a:solidFill>
                  <a:srgbClr val="FFFFFF"/>
                </a:solidFill>
              </a:rPr>
              <a:pPr>
                <a:defRPr/>
              </a:pPr>
              <a:t>4/3/2021</a:t>
            </a:fld>
            <a:endParaRPr lang="en-US">
              <a:solidFill>
                <a:srgbClr val="FFFFFF"/>
              </a:solidFill>
            </a:endParaRPr>
          </a:p>
        </p:txBody>
      </p:sp>
      <p:sp>
        <p:nvSpPr>
          <p:cNvPr id="6" name="Rectangle 6"/>
          <p:cNvSpPr>
            <a:spLocks noGrp="1" noChangeArrowheads="1"/>
          </p:cNvSpPr>
          <p:nvPr>
            <p:ph type="ftr" sz="quarter" idx="11"/>
          </p:nvPr>
        </p:nvSpPr>
        <p:spPr/>
        <p:txBody>
          <a:bodyPr/>
          <a:lstStyle>
            <a:lvl1pPr>
              <a:defRPr/>
            </a:lvl1pPr>
          </a:lstStyle>
          <a:p>
            <a:pPr>
              <a:defRPr/>
            </a:pPr>
            <a:r>
              <a:rPr lang="en-GB" smtClean="0">
                <a:solidFill>
                  <a:srgbClr val="FFFFFF"/>
                </a:solidFill>
              </a:rPr>
              <a:t>Barakat                                                          2013                                          </a:t>
            </a:r>
            <a:endParaRPr lang="en-GB">
              <a:solidFill>
                <a:srgbClr val="FFFFFF"/>
              </a:solidFill>
            </a:endParaRPr>
          </a:p>
        </p:txBody>
      </p:sp>
      <p:sp>
        <p:nvSpPr>
          <p:cNvPr id="7" name="Rectangle 7"/>
          <p:cNvSpPr>
            <a:spLocks noGrp="1" noChangeArrowheads="1"/>
          </p:cNvSpPr>
          <p:nvPr>
            <p:ph type="sldNum" sz="quarter" idx="12"/>
          </p:nvPr>
        </p:nvSpPr>
        <p:spPr/>
        <p:txBody>
          <a:bodyPr/>
          <a:lstStyle>
            <a:lvl1pPr>
              <a:defRPr/>
            </a:lvl1pPr>
          </a:lstStyle>
          <a:p>
            <a:pPr>
              <a:defRPr/>
            </a:pPr>
            <a:fld id="{CB86B697-F164-43F3-A4A7-BCA5DB7B6DC8}" type="slidenum">
              <a:rPr lang="en-GB">
                <a:solidFill>
                  <a:srgbClr val="FFFFFF"/>
                </a:solidFill>
              </a:rPr>
              <a:pPr>
                <a:defRPr/>
              </a:pPr>
              <a:t>‹#›</a:t>
            </a:fld>
            <a:endParaRPr lang="en-GB">
              <a:solidFill>
                <a:srgbClr val="FFFFFF"/>
              </a:solidFill>
            </a:endParaRPr>
          </a:p>
        </p:txBody>
      </p:sp>
    </p:spTree>
    <p:extLst>
      <p:ext uri="{BB962C8B-B14F-4D97-AF65-F5344CB8AC3E}">
        <p14:creationId xmlns="" xmlns:p14="http://schemas.microsoft.com/office/powerpoint/2010/main" val="2861660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5"/>
          <p:cNvSpPr>
            <a:spLocks noGrp="1" noChangeArrowheads="1"/>
          </p:cNvSpPr>
          <p:nvPr>
            <p:ph type="dt" sz="half" idx="10"/>
          </p:nvPr>
        </p:nvSpPr>
        <p:spPr/>
        <p:txBody>
          <a:bodyPr/>
          <a:lstStyle>
            <a:lvl1pPr>
              <a:defRPr/>
            </a:lvl1pPr>
          </a:lstStyle>
          <a:p>
            <a:pPr>
              <a:defRPr/>
            </a:pPr>
            <a:fld id="{83BC6150-6514-4126-955D-7F40C3C03582}" type="datetime1">
              <a:rPr lang="en-US" smtClean="0">
                <a:solidFill>
                  <a:srgbClr val="FFFFFF"/>
                </a:solidFill>
              </a:rPr>
              <a:pPr>
                <a:defRPr/>
              </a:pPr>
              <a:t>4/3/2021</a:t>
            </a:fld>
            <a:endParaRPr lang="en-US">
              <a:solidFill>
                <a:srgbClr val="FFFFFF"/>
              </a:solidFill>
            </a:endParaRPr>
          </a:p>
        </p:txBody>
      </p:sp>
      <p:sp>
        <p:nvSpPr>
          <p:cNvPr id="8" name="Rectangle 6"/>
          <p:cNvSpPr>
            <a:spLocks noGrp="1" noChangeArrowheads="1"/>
          </p:cNvSpPr>
          <p:nvPr>
            <p:ph type="ftr" sz="quarter" idx="11"/>
          </p:nvPr>
        </p:nvSpPr>
        <p:spPr/>
        <p:txBody>
          <a:bodyPr/>
          <a:lstStyle>
            <a:lvl1pPr>
              <a:defRPr/>
            </a:lvl1pPr>
          </a:lstStyle>
          <a:p>
            <a:pPr>
              <a:defRPr/>
            </a:pPr>
            <a:r>
              <a:rPr lang="en-GB" smtClean="0">
                <a:solidFill>
                  <a:srgbClr val="FFFFFF"/>
                </a:solidFill>
              </a:rPr>
              <a:t>Barakat                                                          2013                                          </a:t>
            </a:r>
            <a:endParaRPr lang="en-GB">
              <a:solidFill>
                <a:srgbClr val="FFFFFF"/>
              </a:solidFill>
            </a:endParaRPr>
          </a:p>
        </p:txBody>
      </p:sp>
      <p:sp>
        <p:nvSpPr>
          <p:cNvPr id="9" name="Rectangle 7"/>
          <p:cNvSpPr>
            <a:spLocks noGrp="1" noChangeArrowheads="1"/>
          </p:cNvSpPr>
          <p:nvPr>
            <p:ph type="sldNum" sz="quarter" idx="12"/>
          </p:nvPr>
        </p:nvSpPr>
        <p:spPr/>
        <p:txBody>
          <a:bodyPr/>
          <a:lstStyle>
            <a:lvl1pPr>
              <a:defRPr/>
            </a:lvl1pPr>
          </a:lstStyle>
          <a:p>
            <a:pPr>
              <a:defRPr/>
            </a:pPr>
            <a:fld id="{7F7FE338-2FBF-4691-83A6-FAC6F5661BD3}" type="slidenum">
              <a:rPr lang="en-GB">
                <a:solidFill>
                  <a:srgbClr val="FFFFFF"/>
                </a:solidFill>
              </a:rPr>
              <a:pPr>
                <a:defRPr/>
              </a:pPr>
              <a:t>‹#›</a:t>
            </a:fld>
            <a:endParaRPr lang="en-GB">
              <a:solidFill>
                <a:srgbClr val="FFFFFF"/>
              </a:solidFill>
            </a:endParaRPr>
          </a:p>
        </p:txBody>
      </p:sp>
    </p:spTree>
    <p:extLst>
      <p:ext uri="{BB962C8B-B14F-4D97-AF65-F5344CB8AC3E}">
        <p14:creationId xmlns="" xmlns:p14="http://schemas.microsoft.com/office/powerpoint/2010/main" val="40501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5"/>
          <p:cNvSpPr>
            <a:spLocks noGrp="1" noChangeArrowheads="1"/>
          </p:cNvSpPr>
          <p:nvPr>
            <p:ph type="dt" sz="half" idx="10"/>
          </p:nvPr>
        </p:nvSpPr>
        <p:spPr/>
        <p:txBody>
          <a:bodyPr/>
          <a:lstStyle>
            <a:lvl1pPr>
              <a:defRPr/>
            </a:lvl1pPr>
          </a:lstStyle>
          <a:p>
            <a:pPr>
              <a:defRPr/>
            </a:pPr>
            <a:fld id="{AE138E75-45D2-478F-AA88-AEF63A4F3CE9}" type="datetime1">
              <a:rPr lang="en-US" smtClean="0">
                <a:solidFill>
                  <a:srgbClr val="FFFFFF"/>
                </a:solidFill>
              </a:rPr>
              <a:pPr>
                <a:defRPr/>
              </a:pPr>
              <a:t>4/3/2021</a:t>
            </a:fld>
            <a:endParaRPr lang="en-US">
              <a:solidFill>
                <a:srgbClr val="FFFFFF"/>
              </a:solidFill>
            </a:endParaRPr>
          </a:p>
        </p:txBody>
      </p:sp>
      <p:sp>
        <p:nvSpPr>
          <p:cNvPr id="4" name="Rectangle 6"/>
          <p:cNvSpPr>
            <a:spLocks noGrp="1" noChangeArrowheads="1"/>
          </p:cNvSpPr>
          <p:nvPr>
            <p:ph type="ftr" sz="quarter" idx="11"/>
          </p:nvPr>
        </p:nvSpPr>
        <p:spPr/>
        <p:txBody>
          <a:bodyPr/>
          <a:lstStyle>
            <a:lvl1pPr>
              <a:defRPr/>
            </a:lvl1pPr>
          </a:lstStyle>
          <a:p>
            <a:pPr>
              <a:defRPr/>
            </a:pPr>
            <a:r>
              <a:rPr lang="en-GB" smtClean="0">
                <a:solidFill>
                  <a:srgbClr val="FFFFFF"/>
                </a:solidFill>
              </a:rPr>
              <a:t>Barakat                                                          2013                                          </a:t>
            </a:r>
            <a:endParaRPr lang="en-GB">
              <a:solidFill>
                <a:srgbClr val="FFFFFF"/>
              </a:solidFill>
            </a:endParaRPr>
          </a:p>
        </p:txBody>
      </p:sp>
      <p:sp>
        <p:nvSpPr>
          <p:cNvPr id="5" name="Rectangle 7"/>
          <p:cNvSpPr>
            <a:spLocks noGrp="1" noChangeArrowheads="1"/>
          </p:cNvSpPr>
          <p:nvPr>
            <p:ph type="sldNum" sz="quarter" idx="12"/>
          </p:nvPr>
        </p:nvSpPr>
        <p:spPr/>
        <p:txBody>
          <a:bodyPr/>
          <a:lstStyle>
            <a:lvl1pPr>
              <a:defRPr/>
            </a:lvl1pPr>
          </a:lstStyle>
          <a:p>
            <a:pPr>
              <a:defRPr/>
            </a:pPr>
            <a:fld id="{5EAF7A1F-7258-4183-A6B8-ADAE832C5FF9}" type="slidenum">
              <a:rPr lang="en-GB">
                <a:solidFill>
                  <a:srgbClr val="FFFFFF"/>
                </a:solidFill>
              </a:rPr>
              <a:pPr>
                <a:defRPr/>
              </a:pPr>
              <a:t>‹#›</a:t>
            </a:fld>
            <a:endParaRPr lang="en-GB">
              <a:solidFill>
                <a:srgbClr val="FFFFFF"/>
              </a:solidFill>
            </a:endParaRPr>
          </a:p>
        </p:txBody>
      </p:sp>
    </p:spTree>
    <p:extLst>
      <p:ext uri="{BB962C8B-B14F-4D97-AF65-F5344CB8AC3E}">
        <p14:creationId xmlns="" xmlns:p14="http://schemas.microsoft.com/office/powerpoint/2010/main" val="1040139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49C7DCF5-A8E0-4299-9B07-9C7F21E35D39}" type="datetime1">
              <a:rPr lang="en-US" smtClean="0">
                <a:solidFill>
                  <a:srgbClr val="FFFFFF"/>
                </a:solidFill>
              </a:rPr>
              <a:pPr>
                <a:defRPr/>
              </a:pPr>
              <a:t>4/3/2021</a:t>
            </a:fld>
            <a:endParaRPr lang="en-US">
              <a:solidFill>
                <a:srgbClr val="FFFFFF"/>
              </a:solidFill>
            </a:endParaRPr>
          </a:p>
        </p:txBody>
      </p:sp>
      <p:sp>
        <p:nvSpPr>
          <p:cNvPr id="3" name="Rectangle 6"/>
          <p:cNvSpPr>
            <a:spLocks noGrp="1" noChangeArrowheads="1"/>
          </p:cNvSpPr>
          <p:nvPr>
            <p:ph type="ftr" sz="quarter" idx="11"/>
          </p:nvPr>
        </p:nvSpPr>
        <p:spPr/>
        <p:txBody>
          <a:bodyPr/>
          <a:lstStyle>
            <a:lvl1pPr>
              <a:defRPr/>
            </a:lvl1pPr>
          </a:lstStyle>
          <a:p>
            <a:pPr>
              <a:defRPr/>
            </a:pPr>
            <a:r>
              <a:rPr lang="en-GB" smtClean="0">
                <a:solidFill>
                  <a:srgbClr val="FFFFFF"/>
                </a:solidFill>
              </a:rPr>
              <a:t>Barakat                                                          2013                                          </a:t>
            </a:r>
            <a:endParaRPr lang="en-GB">
              <a:solidFill>
                <a:srgbClr val="FFFFFF"/>
              </a:solidFill>
            </a:endParaRPr>
          </a:p>
        </p:txBody>
      </p:sp>
      <p:sp>
        <p:nvSpPr>
          <p:cNvPr id="4" name="Rectangle 7"/>
          <p:cNvSpPr>
            <a:spLocks noGrp="1" noChangeArrowheads="1"/>
          </p:cNvSpPr>
          <p:nvPr>
            <p:ph type="sldNum" sz="quarter" idx="12"/>
          </p:nvPr>
        </p:nvSpPr>
        <p:spPr/>
        <p:txBody>
          <a:bodyPr/>
          <a:lstStyle>
            <a:lvl1pPr>
              <a:defRPr/>
            </a:lvl1pPr>
          </a:lstStyle>
          <a:p>
            <a:pPr>
              <a:defRPr/>
            </a:pPr>
            <a:fld id="{2963A8B8-B8F4-4354-8435-C861F8679BEC}" type="slidenum">
              <a:rPr lang="en-GB">
                <a:solidFill>
                  <a:srgbClr val="FFFFFF"/>
                </a:solidFill>
              </a:rPr>
              <a:pPr>
                <a:defRPr/>
              </a:pPr>
              <a:t>‹#›</a:t>
            </a:fld>
            <a:endParaRPr lang="en-GB">
              <a:solidFill>
                <a:srgbClr val="FFFFFF"/>
              </a:solidFill>
            </a:endParaRPr>
          </a:p>
        </p:txBody>
      </p:sp>
    </p:spTree>
    <p:extLst>
      <p:ext uri="{BB962C8B-B14F-4D97-AF65-F5344CB8AC3E}">
        <p14:creationId xmlns="" xmlns:p14="http://schemas.microsoft.com/office/powerpoint/2010/main" val="2320645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p:txBody>
          <a:bodyPr/>
          <a:lstStyle>
            <a:lvl1pPr>
              <a:defRPr/>
            </a:lvl1pPr>
          </a:lstStyle>
          <a:p>
            <a:pPr>
              <a:defRPr/>
            </a:pPr>
            <a:fld id="{BB406083-4908-4D3B-BDEA-E46C6215E64B}" type="datetime1">
              <a:rPr lang="en-US" smtClean="0">
                <a:solidFill>
                  <a:srgbClr val="FFFFFF"/>
                </a:solidFill>
              </a:rPr>
              <a:pPr>
                <a:defRPr/>
              </a:pPr>
              <a:t>4/3/2021</a:t>
            </a:fld>
            <a:endParaRPr lang="en-US">
              <a:solidFill>
                <a:srgbClr val="FFFFFF"/>
              </a:solidFill>
            </a:endParaRPr>
          </a:p>
        </p:txBody>
      </p:sp>
      <p:sp>
        <p:nvSpPr>
          <p:cNvPr id="6" name="Rectangle 6"/>
          <p:cNvSpPr>
            <a:spLocks noGrp="1" noChangeArrowheads="1"/>
          </p:cNvSpPr>
          <p:nvPr>
            <p:ph type="ftr" sz="quarter" idx="11"/>
          </p:nvPr>
        </p:nvSpPr>
        <p:spPr/>
        <p:txBody>
          <a:bodyPr/>
          <a:lstStyle>
            <a:lvl1pPr>
              <a:defRPr/>
            </a:lvl1pPr>
          </a:lstStyle>
          <a:p>
            <a:pPr>
              <a:defRPr/>
            </a:pPr>
            <a:r>
              <a:rPr lang="en-GB" smtClean="0">
                <a:solidFill>
                  <a:srgbClr val="FFFFFF"/>
                </a:solidFill>
              </a:rPr>
              <a:t>Barakat                                                          2013                                          </a:t>
            </a:r>
            <a:endParaRPr lang="en-GB">
              <a:solidFill>
                <a:srgbClr val="FFFFFF"/>
              </a:solidFill>
            </a:endParaRPr>
          </a:p>
        </p:txBody>
      </p:sp>
      <p:sp>
        <p:nvSpPr>
          <p:cNvPr id="7" name="Rectangle 7"/>
          <p:cNvSpPr>
            <a:spLocks noGrp="1" noChangeArrowheads="1"/>
          </p:cNvSpPr>
          <p:nvPr>
            <p:ph type="sldNum" sz="quarter" idx="12"/>
          </p:nvPr>
        </p:nvSpPr>
        <p:spPr/>
        <p:txBody>
          <a:bodyPr/>
          <a:lstStyle>
            <a:lvl1pPr>
              <a:defRPr/>
            </a:lvl1pPr>
          </a:lstStyle>
          <a:p>
            <a:pPr>
              <a:defRPr/>
            </a:pPr>
            <a:fld id="{3ADC4F6A-9834-4B78-ACAC-E6F46A0C50CF}" type="slidenum">
              <a:rPr lang="en-GB">
                <a:solidFill>
                  <a:srgbClr val="FFFFFF"/>
                </a:solidFill>
              </a:rPr>
              <a:pPr>
                <a:defRPr/>
              </a:pPr>
              <a:t>‹#›</a:t>
            </a:fld>
            <a:endParaRPr lang="en-GB">
              <a:solidFill>
                <a:srgbClr val="FFFFFF"/>
              </a:solidFill>
            </a:endParaRPr>
          </a:p>
        </p:txBody>
      </p:sp>
    </p:spTree>
    <p:extLst>
      <p:ext uri="{BB962C8B-B14F-4D97-AF65-F5344CB8AC3E}">
        <p14:creationId xmlns="" xmlns:p14="http://schemas.microsoft.com/office/powerpoint/2010/main" val="3768569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p:txBody>
          <a:bodyPr/>
          <a:lstStyle>
            <a:lvl1pPr>
              <a:defRPr/>
            </a:lvl1pPr>
          </a:lstStyle>
          <a:p>
            <a:pPr>
              <a:defRPr/>
            </a:pPr>
            <a:fld id="{3241950C-5068-4246-9E45-71A34F3BC975}" type="datetime1">
              <a:rPr lang="en-US" smtClean="0">
                <a:solidFill>
                  <a:srgbClr val="FFFFFF"/>
                </a:solidFill>
              </a:rPr>
              <a:pPr>
                <a:defRPr/>
              </a:pPr>
              <a:t>4/3/2021</a:t>
            </a:fld>
            <a:endParaRPr lang="en-US">
              <a:solidFill>
                <a:srgbClr val="FFFFFF"/>
              </a:solidFill>
            </a:endParaRPr>
          </a:p>
        </p:txBody>
      </p:sp>
      <p:sp>
        <p:nvSpPr>
          <p:cNvPr id="6" name="Rectangle 6"/>
          <p:cNvSpPr>
            <a:spLocks noGrp="1" noChangeArrowheads="1"/>
          </p:cNvSpPr>
          <p:nvPr>
            <p:ph type="ftr" sz="quarter" idx="11"/>
          </p:nvPr>
        </p:nvSpPr>
        <p:spPr/>
        <p:txBody>
          <a:bodyPr/>
          <a:lstStyle>
            <a:lvl1pPr>
              <a:defRPr/>
            </a:lvl1pPr>
          </a:lstStyle>
          <a:p>
            <a:pPr>
              <a:defRPr/>
            </a:pPr>
            <a:r>
              <a:rPr lang="en-GB" smtClean="0">
                <a:solidFill>
                  <a:srgbClr val="FFFFFF"/>
                </a:solidFill>
              </a:rPr>
              <a:t>Barakat                                                          2013                                          </a:t>
            </a:r>
            <a:endParaRPr lang="en-GB">
              <a:solidFill>
                <a:srgbClr val="FFFFFF"/>
              </a:solidFill>
            </a:endParaRPr>
          </a:p>
        </p:txBody>
      </p:sp>
      <p:sp>
        <p:nvSpPr>
          <p:cNvPr id="7" name="Rectangle 7"/>
          <p:cNvSpPr>
            <a:spLocks noGrp="1" noChangeArrowheads="1"/>
          </p:cNvSpPr>
          <p:nvPr>
            <p:ph type="sldNum" sz="quarter" idx="12"/>
          </p:nvPr>
        </p:nvSpPr>
        <p:spPr/>
        <p:txBody>
          <a:bodyPr/>
          <a:lstStyle>
            <a:lvl1pPr>
              <a:defRPr/>
            </a:lvl1pPr>
          </a:lstStyle>
          <a:p>
            <a:pPr>
              <a:defRPr/>
            </a:pPr>
            <a:fld id="{7B62A10B-1CE7-4719-9CA6-4C03FDB0ADE1}" type="slidenum">
              <a:rPr lang="en-GB">
                <a:solidFill>
                  <a:srgbClr val="FFFFFF"/>
                </a:solidFill>
              </a:rPr>
              <a:pPr>
                <a:defRPr/>
              </a:pPr>
              <a:t>‹#›</a:t>
            </a:fld>
            <a:endParaRPr lang="en-GB">
              <a:solidFill>
                <a:srgbClr val="FFFFFF"/>
              </a:solidFill>
            </a:endParaRPr>
          </a:p>
        </p:txBody>
      </p:sp>
    </p:spTree>
    <p:extLst>
      <p:ext uri="{BB962C8B-B14F-4D97-AF65-F5344CB8AC3E}">
        <p14:creationId xmlns="" xmlns:p14="http://schemas.microsoft.com/office/powerpoint/2010/main" val="1517669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5"/>
          <p:cNvSpPr>
            <a:spLocks noGrp="1" noChangeArrowheads="1"/>
          </p:cNvSpPr>
          <p:nvPr>
            <p:ph type="dt" sz="half" idx="10"/>
          </p:nvPr>
        </p:nvSpPr>
        <p:spPr/>
        <p:txBody>
          <a:bodyPr/>
          <a:lstStyle>
            <a:lvl1pPr>
              <a:defRPr/>
            </a:lvl1pPr>
          </a:lstStyle>
          <a:p>
            <a:pPr>
              <a:defRPr/>
            </a:pPr>
            <a:fld id="{B56BC62A-38E4-4F7A-BD70-E00381DA1667}" type="datetime1">
              <a:rPr lang="en-US" smtClean="0">
                <a:solidFill>
                  <a:srgbClr val="FFFFFF"/>
                </a:solidFill>
              </a:rPr>
              <a:pPr>
                <a:defRPr/>
              </a:pPr>
              <a:t>4/3/2021</a:t>
            </a:fld>
            <a:endParaRPr lang="en-US">
              <a:solidFill>
                <a:srgbClr val="FFFFFF"/>
              </a:solidFill>
            </a:endParaRPr>
          </a:p>
        </p:txBody>
      </p:sp>
      <p:sp>
        <p:nvSpPr>
          <p:cNvPr id="5" name="Rectangle 6"/>
          <p:cNvSpPr>
            <a:spLocks noGrp="1" noChangeArrowheads="1"/>
          </p:cNvSpPr>
          <p:nvPr>
            <p:ph type="ftr" sz="quarter" idx="11"/>
          </p:nvPr>
        </p:nvSpPr>
        <p:spPr/>
        <p:txBody>
          <a:bodyPr/>
          <a:lstStyle>
            <a:lvl1pPr>
              <a:defRPr/>
            </a:lvl1pPr>
          </a:lstStyle>
          <a:p>
            <a:pPr>
              <a:defRPr/>
            </a:pPr>
            <a:r>
              <a:rPr lang="en-GB" smtClean="0">
                <a:solidFill>
                  <a:srgbClr val="FFFFFF"/>
                </a:solidFill>
              </a:rPr>
              <a:t>Barakat                                                          2013                                          </a:t>
            </a:r>
            <a:endParaRPr lang="en-GB">
              <a:solidFill>
                <a:srgbClr val="FFFFFF"/>
              </a:solidFill>
            </a:endParaRPr>
          </a:p>
        </p:txBody>
      </p:sp>
      <p:sp>
        <p:nvSpPr>
          <p:cNvPr id="6" name="Rectangle 7"/>
          <p:cNvSpPr>
            <a:spLocks noGrp="1" noChangeArrowheads="1"/>
          </p:cNvSpPr>
          <p:nvPr>
            <p:ph type="sldNum" sz="quarter" idx="12"/>
          </p:nvPr>
        </p:nvSpPr>
        <p:spPr/>
        <p:txBody>
          <a:bodyPr/>
          <a:lstStyle>
            <a:lvl1pPr>
              <a:defRPr/>
            </a:lvl1pPr>
          </a:lstStyle>
          <a:p>
            <a:pPr>
              <a:defRPr/>
            </a:pPr>
            <a:fld id="{C2BBE5E8-F767-45DA-B992-8DFC970EBBE7}" type="slidenum">
              <a:rPr lang="en-GB">
                <a:solidFill>
                  <a:srgbClr val="FFFFFF"/>
                </a:solidFill>
              </a:rPr>
              <a:pPr>
                <a:defRPr/>
              </a:pPr>
              <a:t>‹#›</a:t>
            </a:fld>
            <a:endParaRPr lang="en-GB">
              <a:solidFill>
                <a:srgbClr val="FFFFFF"/>
              </a:solidFill>
            </a:endParaRPr>
          </a:p>
        </p:txBody>
      </p:sp>
    </p:spTree>
    <p:extLst>
      <p:ext uri="{BB962C8B-B14F-4D97-AF65-F5344CB8AC3E}">
        <p14:creationId xmlns="" xmlns:p14="http://schemas.microsoft.com/office/powerpoint/2010/main" val="3022851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91400" y="609600"/>
            <a:ext cx="15240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2819400" y="609600"/>
            <a:ext cx="44196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5"/>
          <p:cNvSpPr>
            <a:spLocks noGrp="1" noChangeArrowheads="1"/>
          </p:cNvSpPr>
          <p:nvPr>
            <p:ph type="dt" sz="half" idx="10"/>
          </p:nvPr>
        </p:nvSpPr>
        <p:spPr/>
        <p:txBody>
          <a:bodyPr/>
          <a:lstStyle>
            <a:lvl1pPr>
              <a:defRPr/>
            </a:lvl1pPr>
          </a:lstStyle>
          <a:p>
            <a:pPr>
              <a:defRPr/>
            </a:pPr>
            <a:fld id="{D39B8EC2-0B18-42FF-AAE1-5F2436CF97A0}" type="datetime1">
              <a:rPr lang="en-US" smtClean="0">
                <a:solidFill>
                  <a:srgbClr val="FFFFFF"/>
                </a:solidFill>
              </a:rPr>
              <a:pPr>
                <a:defRPr/>
              </a:pPr>
              <a:t>4/3/2021</a:t>
            </a:fld>
            <a:endParaRPr lang="en-US">
              <a:solidFill>
                <a:srgbClr val="FFFFFF"/>
              </a:solidFill>
            </a:endParaRPr>
          </a:p>
        </p:txBody>
      </p:sp>
      <p:sp>
        <p:nvSpPr>
          <p:cNvPr id="5" name="Rectangle 6"/>
          <p:cNvSpPr>
            <a:spLocks noGrp="1" noChangeArrowheads="1"/>
          </p:cNvSpPr>
          <p:nvPr>
            <p:ph type="ftr" sz="quarter" idx="11"/>
          </p:nvPr>
        </p:nvSpPr>
        <p:spPr/>
        <p:txBody>
          <a:bodyPr/>
          <a:lstStyle>
            <a:lvl1pPr>
              <a:defRPr/>
            </a:lvl1pPr>
          </a:lstStyle>
          <a:p>
            <a:pPr>
              <a:defRPr/>
            </a:pPr>
            <a:r>
              <a:rPr lang="en-GB" smtClean="0">
                <a:solidFill>
                  <a:srgbClr val="FFFFFF"/>
                </a:solidFill>
              </a:rPr>
              <a:t>Barakat                                                          2013                                          </a:t>
            </a:r>
            <a:endParaRPr lang="en-GB">
              <a:solidFill>
                <a:srgbClr val="FFFFFF"/>
              </a:solidFill>
            </a:endParaRPr>
          </a:p>
        </p:txBody>
      </p:sp>
      <p:sp>
        <p:nvSpPr>
          <p:cNvPr id="6" name="Rectangle 7"/>
          <p:cNvSpPr>
            <a:spLocks noGrp="1" noChangeArrowheads="1"/>
          </p:cNvSpPr>
          <p:nvPr>
            <p:ph type="sldNum" sz="quarter" idx="12"/>
          </p:nvPr>
        </p:nvSpPr>
        <p:spPr/>
        <p:txBody>
          <a:bodyPr/>
          <a:lstStyle>
            <a:lvl1pPr>
              <a:defRPr/>
            </a:lvl1pPr>
          </a:lstStyle>
          <a:p>
            <a:pPr>
              <a:defRPr/>
            </a:pPr>
            <a:fld id="{E62E1CCE-5B52-4E9D-A4EA-1A48641346D6}" type="slidenum">
              <a:rPr lang="en-GB">
                <a:solidFill>
                  <a:srgbClr val="FFFFFF"/>
                </a:solidFill>
              </a:rPr>
              <a:pPr>
                <a:defRPr/>
              </a:pPr>
              <a:t>‹#›</a:t>
            </a:fld>
            <a:endParaRPr lang="en-GB">
              <a:solidFill>
                <a:srgbClr val="FFFFFF"/>
              </a:solidFill>
            </a:endParaRPr>
          </a:p>
        </p:txBody>
      </p:sp>
    </p:spTree>
    <p:extLst>
      <p:ext uri="{BB962C8B-B14F-4D97-AF65-F5344CB8AC3E}">
        <p14:creationId xmlns="" xmlns:p14="http://schemas.microsoft.com/office/powerpoint/2010/main" val="3083762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5"/>
          <p:cNvSpPr>
            <a:spLocks noGrp="1" noChangeArrowheads="1"/>
          </p:cNvSpPr>
          <p:nvPr>
            <p:ph type="dt" sz="half" idx="10"/>
          </p:nvPr>
        </p:nvSpPr>
        <p:spPr/>
        <p:txBody>
          <a:bodyPr/>
          <a:lstStyle>
            <a:lvl1pPr>
              <a:defRPr/>
            </a:lvl1pPr>
          </a:lstStyle>
          <a:p>
            <a:pPr>
              <a:defRPr/>
            </a:pPr>
            <a:fld id="{6587BE32-65E0-4260-9D23-0806E0095627}" type="datetime1">
              <a:rPr lang="en-US" smtClean="0">
                <a:solidFill>
                  <a:srgbClr val="FFFFFF"/>
                </a:solidFill>
              </a:rPr>
              <a:pPr>
                <a:defRPr/>
              </a:pPr>
              <a:t>4/3/2021</a:t>
            </a:fld>
            <a:endParaRPr lang="en-US">
              <a:solidFill>
                <a:srgbClr val="FFFFFF"/>
              </a:solidFill>
            </a:endParaRPr>
          </a:p>
        </p:txBody>
      </p:sp>
      <p:sp>
        <p:nvSpPr>
          <p:cNvPr id="5" name="Rectangle 6"/>
          <p:cNvSpPr>
            <a:spLocks noGrp="1" noChangeArrowheads="1"/>
          </p:cNvSpPr>
          <p:nvPr>
            <p:ph type="ftr" sz="quarter" idx="11"/>
          </p:nvPr>
        </p:nvSpPr>
        <p:spPr/>
        <p:txBody>
          <a:bodyPr/>
          <a:lstStyle>
            <a:lvl1pPr>
              <a:defRPr/>
            </a:lvl1pPr>
          </a:lstStyle>
          <a:p>
            <a:pPr>
              <a:defRPr/>
            </a:pPr>
            <a:r>
              <a:rPr lang="en-GB" smtClean="0">
                <a:solidFill>
                  <a:srgbClr val="FFFFFF"/>
                </a:solidFill>
              </a:rPr>
              <a:t>Barakat                                                          2013                                          </a:t>
            </a:r>
            <a:endParaRPr lang="en-GB">
              <a:solidFill>
                <a:srgbClr val="FFFFFF"/>
              </a:solidFill>
            </a:endParaRPr>
          </a:p>
        </p:txBody>
      </p:sp>
      <p:sp>
        <p:nvSpPr>
          <p:cNvPr id="6" name="Rectangle 7"/>
          <p:cNvSpPr>
            <a:spLocks noGrp="1" noChangeArrowheads="1"/>
          </p:cNvSpPr>
          <p:nvPr>
            <p:ph type="sldNum" sz="quarter" idx="12"/>
          </p:nvPr>
        </p:nvSpPr>
        <p:spPr/>
        <p:txBody>
          <a:bodyPr/>
          <a:lstStyle>
            <a:lvl1pPr>
              <a:defRPr/>
            </a:lvl1pPr>
          </a:lstStyle>
          <a:p>
            <a:pPr>
              <a:defRPr/>
            </a:pPr>
            <a:fld id="{D0FC3FA6-F05E-4418-90EE-330A6AABA6EC}" type="slidenum">
              <a:rPr lang="en-GB">
                <a:solidFill>
                  <a:srgbClr val="FFFFFF"/>
                </a:solidFill>
              </a:rPr>
              <a:pPr>
                <a:defRPr/>
              </a:pPr>
              <a:t>‹#›</a:t>
            </a:fld>
            <a:endParaRPr lang="en-GB">
              <a:solidFill>
                <a:srgbClr val="FFFFFF"/>
              </a:solidFill>
            </a:endParaRPr>
          </a:p>
        </p:txBody>
      </p:sp>
    </p:spTree>
    <p:extLst>
      <p:ext uri="{BB962C8B-B14F-4D97-AF65-F5344CB8AC3E}">
        <p14:creationId xmlns="" xmlns:p14="http://schemas.microsoft.com/office/powerpoint/2010/main" val="3649692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fld id="{3E03E471-276B-4917-BA6C-3DE925D7FD12}"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5E844AD-9D59-4E64-8543-C63C0CE63E01}"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6D8502F-BFAE-4CC0-97C6-6B13B0738E8C}"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6C1F76F-0ED1-4D24-A338-C028803E3435}" type="datetime1">
              <a:rPr lang="en-US" smtClean="0"/>
              <a:pPr/>
              <a:t>4/3/2021</a:t>
            </a:fld>
            <a:endParaRPr lang="en-US"/>
          </a:p>
        </p:txBody>
      </p:sp>
      <p:sp>
        <p:nvSpPr>
          <p:cNvPr id="6" name="Footer Placeholder 5"/>
          <p:cNvSpPr>
            <a:spLocks noGrp="1"/>
          </p:cNvSpPr>
          <p:nvPr>
            <p:ph type="ftr" sz="quarter" idx="11"/>
          </p:nvPr>
        </p:nvSpPr>
        <p:spPr/>
        <p:txBody>
          <a:bodyPr/>
          <a:lstStyle/>
          <a:p>
            <a:r>
              <a:rPr lang="en-US" smtClean="0"/>
              <a:t>Barakat                                                          2013                                          </a:t>
            </a:r>
            <a:endParaRPr lang="en-US"/>
          </a:p>
        </p:txBody>
      </p:sp>
      <p:sp>
        <p:nvSpPr>
          <p:cNvPr id="7" name="Slide Number Placeholder 6"/>
          <p:cNvSpPr>
            <a:spLocks noGrp="1"/>
          </p:cNvSpPr>
          <p:nvPr>
            <p:ph type="sldNum" sz="quarter" idx="12"/>
          </p:nvPr>
        </p:nvSpPr>
        <p:spPr/>
        <p:txBody>
          <a:bodyPr/>
          <a:lstStyle/>
          <a:p>
            <a:fld id="{58B93125-7DAE-4644-BEF2-9B71209DB05B}"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F17514D8-F9E2-41E5-AAE8-872ADA80EE79}" type="datetime1">
              <a:rPr lang="en-US" smtClean="0"/>
              <a:pPr/>
              <a:t>4/3/2021</a:t>
            </a:fld>
            <a:endParaRPr lang="en-US"/>
          </a:p>
        </p:txBody>
      </p:sp>
      <p:sp>
        <p:nvSpPr>
          <p:cNvPr id="8" name="Footer Placeholder 7"/>
          <p:cNvSpPr>
            <a:spLocks noGrp="1"/>
          </p:cNvSpPr>
          <p:nvPr>
            <p:ph type="ftr" sz="quarter" idx="11"/>
          </p:nvPr>
        </p:nvSpPr>
        <p:spPr/>
        <p:txBody>
          <a:bodyPr/>
          <a:lstStyle/>
          <a:p>
            <a:r>
              <a:rPr lang="en-US" smtClean="0"/>
              <a:t>Barakat                                                          2013                                          </a:t>
            </a:r>
            <a:endParaRPr lang="en-US"/>
          </a:p>
        </p:txBody>
      </p:sp>
      <p:sp>
        <p:nvSpPr>
          <p:cNvPr id="9" name="Slide Number Placeholder 8"/>
          <p:cNvSpPr>
            <a:spLocks noGrp="1"/>
          </p:cNvSpPr>
          <p:nvPr>
            <p:ph type="sldNum" sz="quarter" idx="12"/>
          </p:nvPr>
        </p:nvSpPr>
        <p:spPr/>
        <p:txBody>
          <a:bodyPr/>
          <a:lstStyle/>
          <a:p>
            <a:fld id="{58B93125-7DAE-4644-BEF2-9B71209DB05B}"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3D551E7-247E-4821-A402-7EE8E84B3700}" type="datetime1">
              <a:rPr lang="en-US" smtClean="0"/>
              <a:pPr/>
              <a:t>4/3/2021</a:t>
            </a:fld>
            <a:endParaRPr lang="en-US"/>
          </a:p>
        </p:txBody>
      </p:sp>
      <p:sp>
        <p:nvSpPr>
          <p:cNvPr id="4" name="Footer Placeholder 3"/>
          <p:cNvSpPr>
            <a:spLocks noGrp="1"/>
          </p:cNvSpPr>
          <p:nvPr>
            <p:ph type="ftr" sz="quarter" idx="11"/>
          </p:nvPr>
        </p:nvSpPr>
        <p:spPr/>
        <p:txBody>
          <a:bodyPr/>
          <a:lstStyle/>
          <a:p>
            <a:r>
              <a:rPr lang="en-US" smtClean="0"/>
              <a:t>Barakat                                                          2013                                          </a:t>
            </a:r>
            <a:endParaRPr lang="en-US"/>
          </a:p>
        </p:txBody>
      </p:sp>
      <p:sp>
        <p:nvSpPr>
          <p:cNvPr id="5" name="Slide Number Placeholder 4"/>
          <p:cNvSpPr>
            <a:spLocks noGrp="1"/>
          </p:cNvSpPr>
          <p:nvPr>
            <p:ph type="sldNum" sz="quarter" idx="12"/>
          </p:nvPr>
        </p:nvSpPr>
        <p:spPr/>
        <p:txBody>
          <a:bodyPr/>
          <a:lstStyle/>
          <a:p>
            <a:fld id="{58B93125-7DAE-4644-BEF2-9B71209DB05B}"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3ACA86-A5CE-4693-87E9-46AAE9681A16}" type="datetime1">
              <a:rPr lang="en-US" smtClean="0"/>
              <a:pPr/>
              <a:t>4/3/2021</a:t>
            </a:fld>
            <a:endParaRPr lang="en-US"/>
          </a:p>
        </p:txBody>
      </p:sp>
      <p:sp>
        <p:nvSpPr>
          <p:cNvPr id="3" name="Footer Placeholder 2"/>
          <p:cNvSpPr>
            <a:spLocks noGrp="1"/>
          </p:cNvSpPr>
          <p:nvPr>
            <p:ph type="ftr" sz="quarter" idx="11"/>
          </p:nvPr>
        </p:nvSpPr>
        <p:spPr/>
        <p:txBody>
          <a:bodyPr/>
          <a:lstStyle/>
          <a:p>
            <a:r>
              <a:rPr lang="en-US" smtClean="0"/>
              <a:t>Barakat                                                          2013                                          </a:t>
            </a:r>
            <a:endParaRPr lang="en-US"/>
          </a:p>
        </p:txBody>
      </p:sp>
      <p:sp>
        <p:nvSpPr>
          <p:cNvPr id="4" name="Slide Number Placeholder 3"/>
          <p:cNvSpPr>
            <a:spLocks noGrp="1"/>
          </p:cNvSpPr>
          <p:nvPr>
            <p:ph type="sldNum" sz="quarter" idx="12"/>
          </p:nvPr>
        </p:nvSpPr>
        <p:spPr/>
        <p:txBody>
          <a:bodyPr/>
          <a:lstStyle/>
          <a:p>
            <a:fld id="{58B93125-7DAE-4644-BEF2-9B71209DB05B}"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6AF6F66-864D-46BB-9980-3D8ABE8E760D}" type="datetime1">
              <a:rPr lang="en-US" smtClean="0"/>
              <a:pPr/>
              <a:t>4/3/2021</a:t>
            </a:fld>
            <a:endParaRPr lang="en-US"/>
          </a:p>
        </p:txBody>
      </p:sp>
      <p:sp>
        <p:nvSpPr>
          <p:cNvPr id="6" name="Footer Placeholder 5"/>
          <p:cNvSpPr>
            <a:spLocks noGrp="1"/>
          </p:cNvSpPr>
          <p:nvPr>
            <p:ph type="ftr" sz="quarter" idx="11"/>
          </p:nvPr>
        </p:nvSpPr>
        <p:spPr/>
        <p:txBody>
          <a:bodyPr/>
          <a:lstStyle/>
          <a:p>
            <a:r>
              <a:rPr lang="en-US" smtClean="0"/>
              <a:t>Barakat                                                          2013                                          </a:t>
            </a:r>
            <a:endParaRPr lang="en-US"/>
          </a:p>
        </p:txBody>
      </p:sp>
      <p:sp>
        <p:nvSpPr>
          <p:cNvPr id="7" name="Slide Number Placeholder 6"/>
          <p:cNvSpPr>
            <a:spLocks noGrp="1"/>
          </p:cNvSpPr>
          <p:nvPr>
            <p:ph type="sldNum" sz="quarter" idx="12"/>
          </p:nvPr>
        </p:nvSpPr>
        <p:spPr/>
        <p:txBody>
          <a:bodyPr/>
          <a:lstStyle/>
          <a:p>
            <a:fld id="{58B93125-7DAE-4644-BEF2-9B71209DB05B}"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DE7E8367-1909-4E91-8B49-7A2FA21FF8CA}" type="datetime1">
              <a:rPr lang="en-US" smtClean="0"/>
              <a:pPr/>
              <a:t>4/3/2021</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smtClean="0"/>
              <a:t>Barakat                                                          2013                                          </a:t>
            </a:r>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58B93125-7DAE-4644-BEF2-9B71209DB05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B8CE9DC-8690-4A2C-8E88-E345298327D0}"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622EB9A-F69B-4C4D-9790-AF4E95962383}" type="datetime1">
              <a:rPr lang="en-US" smtClean="0"/>
              <a:pPr/>
              <a:t>4/3/2021</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DE9">
            <a:alpha val="0"/>
          </a:srgbClr>
        </a:solidFill>
        <a:effectLst/>
      </p:bgPr>
    </p:bg>
    <p:spTree>
      <p:nvGrpSpPr>
        <p:cNvPr id="1" name=""/>
        <p:cNvGrpSpPr/>
        <p:nvPr/>
      </p:nvGrpSpPr>
      <p:grpSpPr>
        <a:xfrm>
          <a:off x="0" y="0"/>
          <a:ext cx="0" cy="0"/>
          <a:chOff x="0" y="0"/>
          <a:chExt cx="0" cy="0"/>
        </a:xfrm>
      </p:grpSpPr>
      <p:sp>
        <p:nvSpPr>
          <p:cNvPr id="1026" name="Arc 2"/>
          <p:cNvSpPr>
            <a:spLocks/>
          </p:cNvSpPr>
          <p:nvPr/>
        </p:nvSpPr>
        <p:spPr bwMode="auto">
          <a:xfrm>
            <a:off x="0" y="842963"/>
            <a:ext cx="2897188" cy="60150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gradFill rotWithShape="0">
            <a:gsLst>
              <a:gs pos="0">
                <a:schemeClr val="bg1"/>
              </a:gs>
              <a:gs pos="100000">
                <a:schemeClr val="accent2"/>
              </a:gs>
            </a:gsLst>
            <a:lin ang="5400000" scaled="1"/>
          </a:gradFill>
          <a:ln w="9525">
            <a:noFill/>
            <a:round/>
            <a:headEnd type="none" w="sm" len="sm"/>
            <a:tailEnd type="none" w="sm" len="sm"/>
          </a:ln>
          <a:effectLst/>
        </p:spPr>
        <p:txBody>
          <a:bodyPr/>
          <a:lstStyle/>
          <a:p>
            <a:pPr fontAlgn="base">
              <a:spcBef>
                <a:spcPct val="0"/>
              </a:spcBef>
              <a:spcAft>
                <a:spcPct val="0"/>
              </a:spcAft>
              <a:defRPr/>
            </a:pPr>
            <a:endParaRPr kumimoji="1" lang="en-US" sz="2400">
              <a:solidFill>
                <a:srgbClr val="FFFFFF"/>
              </a:solidFill>
              <a:latin typeface="Times New Roman" pitchFamily="18" charset="0"/>
            </a:endParaRPr>
          </a:p>
        </p:txBody>
      </p:sp>
      <p:sp>
        <p:nvSpPr>
          <p:cNvPr id="2051" name="Rectangle 3"/>
          <p:cNvSpPr>
            <a:spLocks noGrp="1" noChangeArrowheads="1"/>
          </p:cNvSpPr>
          <p:nvPr>
            <p:ph type="title"/>
          </p:nvPr>
        </p:nvSpPr>
        <p:spPr bwMode="auto">
          <a:xfrm>
            <a:off x="2819400" y="609600"/>
            <a:ext cx="6096000" cy="1143000"/>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p>
            <a:pPr lvl="0"/>
            <a:r>
              <a:rPr lang="en-GB" smtClean="0"/>
              <a:t>Click to edit Master title style</a:t>
            </a:r>
          </a:p>
        </p:txBody>
      </p:sp>
      <p:sp>
        <p:nvSpPr>
          <p:cNvPr id="2052" name="Rectangle 4"/>
          <p:cNvSpPr>
            <a:spLocks noGrp="1" noChangeArrowheads="1"/>
          </p:cNvSpPr>
          <p:nvPr>
            <p:ph type="body" idx="1"/>
          </p:nvPr>
        </p:nvSpPr>
        <p:spPr bwMode="auto">
          <a:xfrm>
            <a:off x="2819400" y="1981200"/>
            <a:ext cx="6096000" cy="4114800"/>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1029" name="Rectangle 5"/>
          <p:cNvSpPr>
            <a:spLocks noGrp="1" noChangeArrowheads="1"/>
          </p:cNvSpPr>
          <p:nvPr>
            <p:ph type="dt" sz="half" idx="2"/>
          </p:nvPr>
        </p:nvSpPr>
        <p:spPr bwMode="auto">
          <a:xfrm>
            <a:off x="304800" y="6248400"/>
            <a:ext cx="19050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defRPr sz="1400">
                <a:latin typeface="+mn-lt"/>
              </a:defRPr>
            </a:lvl1pPr>
          </a:lstStyle>
          <a:p>
            <a:pPr fontAlgn="base">
              <a:spcBef>
                <a:spcPct val="0"/>
              </a:spcBef>
              <a:spcAft>
                <a:spcPct val="0"/>
              </a:spcAft>
              <a:defRPr/>
            </a:pPr>
            <a:fld id="{2DE07AC1-E15D-41B0-852B-7644DC9C816E}" type="datetime1">
              <a:rPr lang="en-US" smtClean="0">
                <a:solidFill>
                  <a:srgbClr val="FFFFFF"/>
                </a:solidFill>
              </a:rPr>
              <a:pPr fontAlgn="base">
                <a:spcBef>
                  <a:spcPct val="0"/>
                </a:spcBef>
                <a:spcAft>
                  <a:spcPct val="0"/>
                </a:spcAft>
                <a:defRPr/>
              </a:pPr>
              <a:t>4/3/2021</a:t>
            </a:fld>
            <a:endParaRPr lang="en-US">
              <a:solidFill>
                <a:srgbClr val="FFFFFF"/>
              </a:solidFill>
            </a:endParaRPr>
          </a:p>
        </p:txBody>
      </p:sp>
      <p:sp>
        <p:nvSpPr>
          <p:cNvPr id="1030" name="Rectangle 6"/>
          <p:cNvSpPr>
            <a:spLocks noGrp="1" noChangeArrowheads="1"/>
          </p:cNvSpPr>
          <p:nvPr>
            <p:ph type="ftr" sz="quarter" idx="3"/>
          </p:nvPr>
        </p:nvSpPr>
        <p:spPr bwMode="auto">
          <a:xfrm>
            <a:off x="3581400" y="6248400"/>
            <a:ext cx="28956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lgn="ctr">
              <a:defRPr sz="1400">
                <a:latin typeface="+mn-lt"/>
              </a:defRPr>
            </a:lvl1pPr>
          </a:lstStyle>
          <a:p>
            <a:pPr fontAlgn="base">
              <a:spcBef>
                <a:spcPct val="0"/>
              </a:spcBef>
              <a:spcAft>
                <a:spcPct val="0"/>
              </a:spcAft>
              <a:defRPr/>
            </a:pPr>
            <a:r>
              <a:rPr lang="en-GB" smtClean="0">
                <a:solidFill>
                  <a:srgbClr val="FFFFFF"/>
                </a:solidFill>
              </a:rPr>
              <a:t>Barakat                                                          2013                                          </a:t>
            </a:r>
            <a:endParaRPr lang="en-GB">
              <a:solidFill>
                <a:srgbClr val="FFFFFF"/>
              </a:solidFill>
            </a:endParaRPr>
          </a:p>
        </p:txBody>
      </p:sp>
      <p:sp>
        <p:nvSpPr>
          <p:cNvPr id="1031" name="Rectangle 7"/>
          <p:cNvSpPr>
            <a:spLocks noGrp="1" noChangeArrowheads="1"/>
          </p:cNvSpPr>
          <p:nvPr>
            <p:ph type="sldNum" sz="quarter" idx="4"/>
          </p:nvPr>
        </p:nvSpPr>
        <p:spPr bwMode="auto">
          <a:xfrm>
            <a:off x="70104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a:latin typeface="+mn-lt"/>
              </a:defRPr>
            </a:lvl1pPr>
          </a:lstStyle>
          <a:p>
            <a:pPr fontAlgn="base">
              <a:spcBef>
                <a:spcPct val="0"/>
              </a:spcBef>
              <a:spcAft>
                <a:spcPct val="0"/>
              </a:spcAft>
              <a:defRPr/>
            </a:pPr>
            <a:fld id="{43774890-1807-4CAE-BAD4-C7E47CD07FA6}" type="slidenum">
              <a:rPr lang="en-GB">
                <a:solidFill>
                  <a:srgbClr val="FFFFFF"/>
                </a:solidFill>
              </a:rPr>
              <a:pPr fontAlgn="base">
                <a:spcBef>
                  <a:spcPct val="0"/>
                </a:spcBef>
                <a:spcAft>
                  <a:spcPct val="0"/>
                </a:spcAft>
                <a:defRPr/>
              </a:pPr>
              <a:t>‹#›</a:t>
            </a:fld>
            <a:endParaRPr lang="en-GB">
              <a:solidFill>
                <a:srgbClr val="FFFFFF"/>
              </a:solidFill>
            </a:endParaRPr>
          </a:p>
        </p:txBody>
      </p:sp>
    </p:spTree>
    <p:extLst>
      <p:ext uri="{BB962C8B-B14F-4D97-AF65-F5344CB8AC3E}">
        <p14:creationId xmlns="" xmlns:p14="http://schemas.microsoft.com/office/powerpoint/2010/main" val="2882648475"/>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hf hdr="0"/>
  <p:txStyles>
    <p:titleStyle>
      <a:lvl1pPr algn="l" rtl="0" eaLnBrk="0" fontAlgn="base" hangingPunct="0">
        <a:lnSpc>
          <a:spcPct val="70000"/>
        </a:lnSpc>
        <a:spcBef>
          <a:spcPct val="0"/>
        </a:spcBef>
        <a:spcAft>
          <a:spcPct val="0"/>
        </a:spcAft>
        <a:defRPr sz="4800" b="1">
          <a:solidFill>
            <a:schemeClr val="tx2"/>
          </a:solidFill>
          <a:latin typeface="+mj-lt"/>
          <a:ea typeface="+mj-ea"/>
          <a:cs typeface="+mj-cs"/>
        </a:defRPr>
      </a:lvl1pPr>
      <a:lvl2pPr algn="l" rtl="0" eaLnBrk="0" fontAlgn="base" hangingPunct="0">
        <a:lnSpc>
          <a:spcPct val="70000"/>
        </a:lnSpc>
        <a:spcBef>
          <a:spcPct val="0"/>
        </a:spcBef>
        <a:spcAft>
          <a:spcPct val="0"/>
        </a:spcAft>
        <a:defRPr sz="4800" b="1">
          <a:solidFill>
            <a:schemeClr val="tx2"/>
          </a:solidFill>
          <a:latin typeface="Arial Narrow" pitchFamily="34" charset="0"/>
        </a:defRPr>
      </a:lvl2pPr>
      <a:lvl3pPr algn="l" rtl="0" eaLnBrk="0" fontAlgn="base" hangingPunct="0">
        <a:lnSpc>
          <a:spcPct val="70000"/>
        </a:lnSpc>
        <a:spcBef>
          <a:spcPct val="0"/>
        </a:spcBef>
        <a:spcAft>
          <a:spcPct val="0"/>
        </a:spcAft>
        <a:defRPr sz="4800" b="1">
          <a:solidFill>
            <a:schemeClr val="tx2"/>
          </a:solidFill>
          <a:latin typeface="Arial Narrow" pitchFamily="34" charset="0"/>
        </a:defRPr>
      </a:lvl3pPr>
      <a:lvl4pPr algn="l" rtl="0" eaLnBrk="0" fontAlgn="base" hangingPunct="0">
        <a:lnSpc>
          <a:spcPct val="70000"/>
        </a:lnSpc>
        <a:spcBef>
          <a:spcPct val="0"/>
        </a:spcBef>
        <a:spcAft>
          <a:spcPct val="0"/>
        </a:spcAft>
        <a:defRPr sz="4800" b="1">
          <a:solidFill>
            <a:schemeClr val="tx2"/>
          </a:solidFill>
          <a:latin typeface="Arial Narrow" pitchFamily="34" charset="0"/>
        </a:defRPr>
      </a:lvl4pPr>
      <a:lvl5pPr algn="l" rtl="0" eaLnBrk="0" fontAlgn="base" hangingPunct="0">
        <a:lnSpc>
          <a:spcPct val="70000"/>
        </a:lnSpc>
        <a:spcBef>
          <a:spcPct val="0"/>
        </a:spcBef>
        <a:spcAft>
          <a:spcPct val="0"/>
        </a:spcAft>
        <a:defRPr sz="4800" b="1">
          <a:solidFill>
            <a:schemeClr val="tx2"/>
          </a:solidFill>
          <a:latin typeface="Arial Narrow" pitchFamily="34" charset="0"/>
        </a:defRPr>
      </a:lvl5pPr>
      <a:lvl6pPr marL="457200" algn="l" rtl="0" fontAlgn="base">
        <a:lnSpc>
          <a:spcPct val="70000"/>
        </a:lnSpc>
        <a:spcBef>
          <a:spcPct val="0"/>
        </a:spcBef>
        <a:spcAft>
          <a:spcPct val="0"/>
        </a:spcAft>
        <a:defRPr sz="4800" b="1">
          <a:solidFill>
            <a:schemeClr val="tx2"/>
          </a:solidFill>
          <a:latin typeface="Arial Narrow" pitchFamily="34" charset="0"/>
        </a:defRPr>
      </a:lvl6pPr>
      <a:lvl7pPr marL="914400" algn="l" rtl="0" fontAlgn="base">
        <a:lnSpc>
          <a:spcPct val="70000"/>
        </a:lnSpc>
        <a:spcBef>
          <a:spcPct val="0"/>
        </a:spcBef>
        <a:spcAft>
          <a:spcPct val="0"/>
        </a:spcAft>
        <a:defRPr sz="4800" b="1">
          <a:solidFill>
            <a:schemeClr val="tx2"/>
          </a:solidFill>
          <a:latin typeface="Arial Narrow" pitchFamily="34" charset="0"/>
        </a:defRPr>
      </a:lvl7pPr>
      <a:lvl8pPr marL="1371600" algn="l" rtl="0" fontAlgn="base">
        <a:lnSpc>
          <a:spcPct val="70000"/>
        </a:lnSpc>
        <a:spcBef>
          <a:spcPct val="0"/>
        </a:spcBef>
        <a:spcAft>
          <a:spcPct val="0"/>
        </a:spcAft>
        <a:defRPr sz="4800" b="1">
          <a:solidFill>
            <a:schemeClr val="tx2"/>
          </a:solidFill>
          <a:latin typeface="Arial Narrow" pitchFamily="34" charset="0"/>
        </a:defRPr>
      </a:lvl8pPr>
      <a:lvl9pPr marL="1828800" algn="l" rtl="0" fontAlgn="base">
        <a:lnSpc>
          <a:spcPct val="70000"/>
        </a:lnSpc>
        <a:spcBef>
          <a:spcPct val="0"/>
        </a:spcBef>
        <a:spcAft>
          <a:spcPct val="0"/>
        </a:spcAft>
        <a:defRPr sz="4800" b="1">
          <a:solidFill>
            <a:schemeClr val="tx2"/>
          </a:solidFill>
          <a:latin typeface="Arial Narrow" pitchFamily="34" charset="0"/>
        </a:defRPr>
      </a:lvl9pPr>
    </p:titleStyle>
    <p:bodyStyle>
      <a:lvl1pPr marL="342900" indent="-342900" algn="l" rtl="0" eaLnBrk="0" fontAlgn="base" hangingPunct="0">
        <a:spcBef>
          <a:spcPct val="20000"/>
        </a:spcBef>
        <a:spcAft>
          <a:spcPct val="0"/>
        </a:spcAft>
        <a:buClr>
          <a:schemeClr val="hlink"/>
        </a:buClr>
        <a:buSzPct val="60000"/>
        <a:buFont typeface="Wingdings"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65000"/>
        <a:buFont typeface="Wingdings" pitchFamily="2" charset="2"/>
        <a:buChar char="u"/>
        <a:defRPr sz="2600">
          <a:solidFill>
            <a:schemeClr val="tx1"/>
          </a:solidFill>
          <a:latin typeface="+mn-lt"/>
        </a:defRPr>
      </a:lvl2pPr>
      <a:lvl3pPr marL="1143000" indent="-228600" algn="l" rtl="0" eaLnBrk="0" fontAlgn="base" hangingPunct="0">
        <a:spcBef>
          <a:spcPct val="20000"/>
        </a:spcBef>
        <a:spcAft>
          <a:spcPct val="0"/>
        </a:spcAft>
        <a:buClr>
          <a:schemeClr val="hlink"/>
        </a:buClr>
        <a:buSzPct val="65000"/>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tx2"/>
        </a:buClr>
        <a:buSzPct val="100000"/>
        <a:buChar char="•"/>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100000"/>
        <a:buChar char="–"/>
        <a:defRPr sz="2000">
          <a:solidFill>
            <a:schemeClr val="tx1"/>
          </a:solidFill>
          <a:latin typeface="+mn-lt"/>
        </a:defRPr>
      </a:lvl5pPr>
      <a:lvl6pPr marL="2514600" indent="-228600" algn="l" rtl="0" fontAlgn="base">
        <a:spcBef>
          <a:spcPct val="20000"/>
        </a:spcBef>
        <a:spcAft>
          <a:spcPct val="0"/>
        </a:spcAft>
        <a:buClr>
          <a:schemeClr val="hlink"/>
        </a:buClr>
        <a:buSzPct val="100000"/>
        <a:buChar char="–"/>
        <a:defRPr sz="2000">
          <a:solidFill>
            <a:schemeClr val="tx1"/>
          </a:solidFill>
          <a:latin typeface="+mn-lt"/>
        </a:defRPr>
      </a:lvl6pPr>
      <a:lvl7pPr marL="2971800" indent="-228600" algn="l" rtl="0" fontAlgn="base">
        <a:spcBef>
          <a:spcPct val="20000"/>
        </a:spcBef>
        <a:spcAft>
          <a:spcPct val="0"/>
        </a:spcAft>
        <a:buClr>
          <a:schemeClr val="hlink"/>
        </a:buClr>
        <a:buSzPct val="100000"/>
        <a:buChar char="–"/>
        <a:defRPr sz="2000">
          <a:solidFill>
            <a:schemeClr val="tx1"/>
          </a:solidFill>
          <a:latin typeface="+mn-lt"/>
        </a:defRPr>
      </a:lvl7pPr>
      <a:lvl8pPr marL="3429000" indent="-228600" algn="l" rtl="0" fontAlgn="base">
        <a:spcBef>
          <a:spcPct val="20000"/>
        </a:spcBef>
        <a:spcAft>
          <a:spcPct val="0"/>
        </a:spcAft>
        <a:buClr>
          <a:schemeClr val="hlink"/>
        </a:buClr>
        <a:buSzPct val="100000"/>
        <a:buChar char="–"/>
        <a:defRPr sz="2000">
          <a:solidFill>
            <a:schemeClr val="tx1"/>
          </a:solidFill>
          <a:latin typeface="+mn-lt"/>
        </a:defRPr>
      </a:lvl8pPr>
      <a:lvl9pPr marL="3886200" indent="-228600" algn="l" rtl="0" fontAlgn="base">
        <a:spcBef>
          <a:spcPct val="20000"/>
        </a:spcBef>
        <a:spcAft>
          <a:spcPct val="0"/>
        </a:spcAft>
        <a:buClr>
          <a:schemeClr val="hlink"/>
        </a:buClr>
        <a:buSzPct val="10000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pPr fontAlgn="base">
              <a:spcBef>
                <a:spcPct val="0"/>
              </a:spcBef>
              <a:spcAft>
                <a:spcPct val="0"/>
              </a:spcAft>
              <a:defRPr/>
            </a:pPr>
            <a:fld id="{2DE07AC1-E15D-41B0-852B-7644DC9C816E}" type="datetime1">
              <a:rPr lang="en-US" smtClean="0">
                <a:solidFill>
                  <a:srgbClr val="FFFFFF"/>
                </a:solidFill>
              </a:rPr>
              <a:pPr fontAlgn="base">
                <a:spcBef>
                  <a:spcPct val="0"/>
                </a:spcBef>
                <a:spcAft>
                  <a:spcPct val="0"/>
                </a:spcAft>
                <a:defRPr/>
              </a:pPr>
              <a:t>4/3/2021</a:t>
            </a:fld>
            <a:endParaRPr lang="en-US">
              <a:solidFill>
                <a:srgbClr val="FFFFFF"/>
              </a:solidFill>
            </a:endParaRPr>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pPr fontAlgn="base">
              <a:spcBef>
                <a:spcPct val="0"/>
              </a:spcBef>
              <a:spcAft>
                <a:spcPct val="0"/>
              </a:spcAft>
              <a:defRPr/>
            </a:pPr>
            <a:r>
              <a:rPr lang="en-GB" smtClean="0">
                <a:solidFill>
                  <a:srgbClr val="FFFFFF"/>
                </a:solidFill>
              </a:rPr>
              <a:t>Barakat                                                          2013                                          </a:t>
            </a:r>
            <a:endParaRPr lang="en-GB">
              <a:solidFill>
                <a:srgbClr val="FFFFFF"/>
              </a:solidFill>
            </a:endParaRPr>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pPr fontAlgn="base">
              <a:spcBef>
                <a:spcPct val="0"/>
              </a:spcBef>
              <a:spcAft>
                <a:spcPct val="0"/>
              </a:spcAft>
              <a:defRPr/>
            </a:pPr>
            <a:fld id="{43774890-1807-4CAE-BAD4-C7E47CD07FA6}" type="slidenum">
              <a:rPr lang="en-GB" smtClean="0">
                <a:solidFill>
                  <a:srgbClr val="FFFFFF"/>
                </a:solidFill>
              </a:rPr>
              <a:pPr fontAlgn="base">
                <a:spcBef>
                  <a:spcPct val="0"/>
                </a:spcBef>
                <a:spcAft>
                  <a:spcPct val="0"/>
                </a:spcAft>
                <a:defRPr/>
              </a:pPr>
              <a:t>‹#›</a:t>
            </a:fld>
            <a:endParaRPr lang="en-GB">
              <a:solidFill>
                <a:srgbClr val="FFFFFF"/>
              </a:solidFill>
            </a:endParaRPr>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gif"/><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4"/>
          <p:cNvSpPr txBox="1">
            <a:spLocks noChangeArrowheads="1"/>
          </p:cNvSpPr>
          <p:nvPr/>
        </p:nvSpPr>
        <p:spPr bwMode="auto">
          <a:xfrm>
            <a:off x="2819400" y="228600"/>
            <a:ext cx="5867400" cy="2046714"/>
          </a:xfrm>
          <a:prstGeom prst="rect">
            <a:avLst/>
          </a:prstGeom>
          <a:noFill/>
          <a:ln w="9525">
            <a:noFill/>
            <a:miter lim="800000"/>
            <a:headEnd/>
            <a:tailEnd/>
          </a:ln>
        </p:spPr>
        <p:txBody>
          <a:bodyPr>
            <a:spAutoFit/>
          </a:bodyPr>
          <a:lstStyle/>
          <a:p>
            <a:pPr algn="r">
              <a:spcBef>
                <a:spcPct val="50000"/>
              </a:spcBef>
            </a:pPr>
            <a:r>
              <a:rPr lang="en-GB" sz="2400" b="1" dirty="0" smtClean="0">
                <a:solidFill>
                  <a:srgbClr val="002060"/>
                </a:solidFill>
                <a:latin typeface="Elephant" pitchFamily="18" charset="0"/>
              </a:rPr>
              <a:t>Cardiovascular system (CVS)</a:t>
            </a:r>
            <a:r>
              <a:rPr lang="en-US" sz="2400" b="1" dirty="0">
                <a:solidFill>
                  <a:srgbClr val="002060"/>
                </a:solidFill>
                <a:latin typeface="Elephant" pitchFamily="18" charset="0"/>
              </a:rPr>
              <a:t/>
            </a:r>
            <a:br>
              <a:rPr lang="en-US" sz="2400" b="1" dirty="0">
                <a:solidFill>
                  <a:srgbClr val="002060"/>
                </a:solidFill>
                <a:latin typeface="Elephant" pitchFamily="18" charset="0"/>
              </a:rPr>
            </a:br>
            <a:r>
              <a:rPr lang="en-US" b="1" dirty="0" smtClean="0">
                <a:solidFill>
                  <a:srgbClr val="002060"/>
                </a:solidFill>
                <a:latin typeface="Elephant" pitchFamily="18" charset="0"/>
              </a:rPr>
              <a:t>BADER HASSAN</a:t>
            </a:r>
            <a:endParaRPr lang="en-US" b="1" dirty="0">
              <a:solidFill>
                <a:srgbClr val="002060"/>
              </a:solidFill>
              <a:latin typeface="Elephant" pitchFamily="18" charset="0"/>
            </a:endParaRPr>
          </a:p>
          <a:p>
            <a:pPr algn="r">
              <a:spcBef>
                <a:spcPct val="50000"/>
              </a:spcBef>
            </a:pPr>
            <a:r>
              <a:rPr lang="en-US" b="1" dirty="0">
                <a:solidFill>
                  <a:srgbClr val="002060"/>
                </a:solidFill>
                <a:latin typeface="Elephant" pitchFamily="18" charset="0"/>
              </a:rPr>
              <a:t>Lecturer Of Physiology</a:t>
            </a:r>
          </a:p>
          <a:p>
            <a:pPr algn="r">
              <a:spcBef>
                <a:spcPct val="50000"/>
              </a:spcBef>
            </a:pPr>
            <a:endParaRPr lang="en-US" sz="3600" b="1" dirty="0">
              <a:solidFill>
                <a:srgbClr val="0066FF"/>
              </a:solidFill>
              <a:latin typeface="Elephant" pitchFamily="18" charset="0"/>
            </a:endParaRPr>
          </a:p>
        </p:txBody>
      </p:sp>
      <p:sp>
        <p:nvSpPr>
          <p:cNvPr id="22531" name="Text Box 5"/>
          <p:cNvSpPr txBox="1">
            <a:spLocks noChangeArrowheads="1"/>
          </p:cNvSpPr>
          <p:nvPr/>
        </p:nvSpPr>
        <p:spPr bwMode="auto">
          <a:xfrm>
            <a:off x="381000" y="6248400"/>
            <a:ext cx="8001000" cy="461963"/>
          </a:xfrm>
          <a:prstGeom prst="rect">
            <a:avLst/>
          </a:prstGeom>
          <a:gradFill rotWithShape="1">
            <a:gsLst>
              <a:gs pos="0">
                <a:srgbClr val="2F4776"/>
              </a:gs>
              <a:gs pos="50000">
                <a:srgbClr val="6699FF"/>
              </a:gs>
              <a:gs pos="100000">
                <a:srgbClr val="2F4776"/>
              </a:gs>
            </a:gsLst>
            <a:lin ang="5400000" scaled="1"/>
          </a:gradFill>
          <a:ln w="9525">
            <a:noFill/>
            <a:miter lim="800000"/>
            <a:headEnd/>
            <a:tailEnd/>
          </a:ln>
        </p:spPr>
        <p:txBody>
          <a:bodyPr>
            <a:spAutoFit/>
          </a:bodyPr>
          <a:lstStyle/>
          <a:p>
            <a:pPr>
              <a:spcBef>
                <a:spcPct val="50000"/>
              </a:spcBef>
            </a:pPr>
            <a:r>
              <a:rPr lang="en-US" b="1"/>
              <a:t>Faculty Of Medicine Dept.Of Physiology</a:t>
            </a:r>
            <a:r>
              <a:rPr lang="en-US" b="1">
                <a:solidFill>
                  <a:schemeClr val="bg1"/>
                </a:solidFill>
              </a:rPr>
              <a:t>  </a:t>
            </a:r>
          </a:p>
        </p:txBody>
      </p:sp>
      <p:sp>
        <p:nvSpPr>
          <p:cNvPr id="22532" name="Text Box 7"/>
          <p:cNvSpPr txBox="1">
            <a:spLocks noChangeArrowheads="1"/>
          </p:cNvSpPr>
          <p:nvPr/>
        </p:nvSpPr>
        <p:spPr bwMode="auto">
          <a:xfrm>
            <a:off x="214282" y="1357298"/>
            <a:ext cx="3810000" cy="3816429"/>
          </a:xfrm>
          <a:prstGeom prst="rect">
            <a:avLst/>
          </a:prstGeom>
          <a:solidFill>
            <a:srgbClr val="002060"/>
          </a:solidFill>
          <a:ln w="9525">
            <a:noFill/>
            <a:miter lim="800000"/>
            <a:headEnd/>
            <a:tailEnd/>
          </a:ln>
        </p:spPr>
        <p:txBody>
          <a:bodyPr wrap="square">
            <a:spAutoFit/>
          </a:bodyPr>
          <a:lstStyle/>
          <a:p>
            <a:pPr fontAlgn="base">
              <a:spcBef>
                <a:spcPct val="0"/>
              </a:spcBef>
              <a:spcAft>
                <a:spcPct val="0"/>
              </a:spcAft>
            </a:pPr>
            <a:r>
              <a:rPr lang="en-US" sz="4000" b="1" dirty="0" smtClean="0">
                <a:solidFill>
                  <a:srgbClr val="FFC000"/>
                </a:solidFill>
                <a:effectLst>
                  <a:outerShdw blurRad="38100" dist="38100" dir="2700000" algn="tl">
                    <a:srgbClr val="000000">
                      <a:alpha val="43137"/>
                    </a:srgbClr>
                  </a:outerShdw>
                </a:effectLst>
                <a:latin typeface="Times New Roman" pitchFamily="18" charset="0"/>
              </a:rPr>
              <a:t>Properties of the cardiac muscle</a:t>
            </a:r>
          </a:p>
          <a:p>
            <a:pPr algn="ctr" fontAlgn="base">
              <a:spcBef>
                <a:spcPct val="0"/>
              </a:spcBef>
              <a:spcAft>
                <a:spcPct val="0"/>
              </a:spcAft>
            </a:pPr>
            <a:r>
              <a:rPr lang="en-US" sz="4000" b="1" dirty="0" smtClean="0">
                <a:solidFill>
                  <a:srgbClr val="FFC000"/>
                </a:solidFill>
                <a:effectLst>
                  <a:outerShdw blurRad="38100" dist="38100" dir="2700000" algn="tl">
                    <a:srgbClr val="000000">
                      <a:alpha val="43137"/>
                    </a:srgbClr>
                  </a:outerShdw>
                </a:effectLst>
                <a:latin typeface="Times New Roman" pitchFamily="18" charset="0"/>
              </a:rPr>
              <a:t>&amp;</a:t>
            </a:r>
          </a:p>
          <a:p>
            <a:pPr algn="ctr" fontAlgn="base">
              <a:spcBef>
                <a:spcPct val="0"/>
              </a:spcBef>
              <a:spcAft>
                <a:spcPct val="0"/>
              </a:spcAft>
            </a:pPr>
            <a:r>
              <a:rPr lang="en-US" sz="4000" b="1" dirty="0" smtClean="0">
                <a:solidFill>
                  <a:srgbClr val="FFC000"/>
                </a:solidFill>
                <a:effectLst>
                  <a:outerShdw blurRad="38100" dist="38100" dir="2700000" algn="tl">
                    <a:srgbClr val="000000">
                      <a:alpha val="43137"/>
                    </a:srgbClr>
                  </a:outerShdw>
                </a:effectLst>
                <a:latin typeface="Times New Roman" pitchFamily="18" charset="0"/>
              </a:rPr>
              <a:t>conductive system</a:t>
            </a:r>
            <a:endParaRPr lang="en-GB" sz="4000" b="1" dirty="0" smtClean="0">
              <a:solidFill>
                <a:srgbClr val="FFC000"/>
              </a:solidFill>
              <a:effectLst>
                <a:outerShdw blurRad="38100" dist="38100" dir="2700000" algn="tl">
                  <a:srgbClr val="000000">
                    <a:alpha val="43137"/>
                  </a:srgbClr>
                </a:outerShdw>
              </a:effectLst>
              <a:latin typeface="Times New Roman" pitchFamily="18" charset="0"/>
            </a:endParaRPr>
          </a:p>
          <a:p>
            <a:pPr>
              <a:spcBef>
                <a:spcPct val="50000"/>
              </a:spcBef>
            </a:pPr>
            <a:endParaRPr lang="en-US" sz="2800" b="1" dirty="0">
              <a:solidFill>
                <a:srgbClr val="FF3300"/>
              </a:solidFill>
            </a:endParaRPr>
          </a:p>
        </p:txBody>
      </p:sp>
      <p:sp>
        <p:nvSpPr>
          <p:cNvPr id="22533" name="Text Box 9"/>
          <p:cNvSpPr txBox="1">
            <a:spLocks noChangeArrowheads="1"/>
          </p:cNvSpPr>
          <p:nvPr/>
        </p:nvSpPr>
        <p:spPr bwMode="auto">
          <a:xfrm>
            <a:off x="0" y="152400"/>
            <a:ext cx="3657600" cy="369332"/>
          </a:xfrm>
          <a:prstGeom prst="rect">
            <a:avLst/>
          </a:prstGeom>
          <a:gradFill rotWithShape="1">
            <a:gsLst>
              <a:gs pos="0">
                <a:srgbClr val="2F4776"/>
              </a:gs>
              <a:gs pos="50000">
                <a:srgbClr val="6699FF"/>
              </a:gs>
              <a:gs pos="100000">
                <a:srgbClr val="2F4776"/>
              </a:gs>
            </a:gsLst>
            <a:lin ang="5400000" scaled="1"/>
          </a:gradFill>
          <a:ln w="9525">
            <a:noFill/>
            <a:miter lim="800000"/>
            <a:headEnd/>
            <a:tailEnd/>
          </a:ln>
        </p:spPr>
        <p:txBody>
          <a:bodyPr wrap="square">
            <a:spAutoFit/>
          </a:bodyPr>
          <a:lstStyle/>
          <a:p>
            <a:pPr>
              <a:spcBef>
                <a:spcPct val="50000"/>
              </a:spcBef>
            </a:pPr>
            <a:r>
              <a:rPr lang="en-US" b="1" dirty="0"/>
              <a:t>LECTURE NO </a:t>
            </a:r>
            <a:r>
              <a:rPr lang="en-US" b="1" dirty="0" smtClean="0"/>
              <a:t>(1)   </a:t>
            </a:r>
            <a:endParaRPr lang="ar-SA" b="1" dirty="0"/>
          </a:p>
        </p:txBody>
      </p:sp>
      <p:pic>
        <p:nvPicPr>
          <p:cNvPr id="2050" name="Picture 2" descr="E:\Dr.badr elden\الجامعات\Riyadh college\Dentistry\sem4\2.Cardiopulmonary system. 10 Lecures\Cardio\2.jpg"/>
          <p:cNvPicPr>
            <a:picLocks noChangeAspect="1" noChangeArrowheads="1"/>
          </p:cNvPicPr>
          <p:nvPr/>
        </p:nvPicPr>
        <p:blipFill>
          <a:blip r:embed="rId2" cstate="print"/>
          <a:srcRect/>
          <a:stretch>
            <a:fillRect/>
          </a:stretch>
        </p:blipFill>
        <p:spPr bwMode="auto">
          <a:xfrm>
            <a:off x="4286248" y="1357298"/>
            <a:ext cx="4857752" cy="4429156"/>
          </a:xfrm>
          <a:prstGeom prst="rect">
            <a:avLst/>
          </a:prstGeom>
          <a:noFill/>
        </p:spPr>
      </p:pic>
    </p:spTree>
  </p:cSld>
  <p:clrMapOvr>
    <a:masterClrMapping/>
  </p:clrMapOvr>
  <p:transition>
    <p:whee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OM"/>
          </a:p>
        </p:txBody>
      </p:sp>
      <p:sp>
        <p:nvSpPr>
          <p:cNvPr id="3" name="Content Placeholder 2"/>
          <p:cNvSpPr>
            <a:spLocks noGrp="1"/>
          </p:cNvSpPr>
          <p:nvPr>
            <p:ph idx="1"/>
          </p:nvPr>
        </p:nvSpPr>
        <p:spPr/>
        <p:txBody>
          <a:bodyPr/>
          <a:lstStyle/>
          <a:p>
            <a:endParaRPr lang="ar-OM"/>
          </a:p>
        </p:txBody>
      </p:sp>
      <p:sp>
        <p:nvSpPr>
          <p:cNvPr id="4" name="Date Placeholder 3"/>
          <p:cNvSpPr>
            <a:spLocks noGrp="1"/>
          </p:cNvSpPr>
          <p:nvPr>
            <p:ph type="dt" sz="half" idx="10"/>
          </p:nvPr>
        </p:nvSpPr>
        <p:spPr/>
        <p:txBody>
          <a:bodyPr/>
          <a:lstStyle/>
          <a:p>
            <a:pPr>
              <a:defRPr/>
            </a:pPr>
            <a:fld id="{7773D674-5363-4F69-AF56-4B5169F411C8}" type="datetime1">
              <a:rPr lang="en-US" smtClean="0">
                <a:solidFill>
                  <a:srgbClr val="FFFFFF"/>
                </a:solidFill>
              </a:rPr>
              <a:pPr>
                <a:defRPr/>
              </a:pPr>
              <a:t>4/3/2021</a:t>
            </a:fld>
            <a:endParaRPr lang="en-US">
              <a:solidFill>
                <a:srgbClr val="FFFFFF"/>
              </a:solidFill>
            </a:endParaRPr>
          </a:p>
        </p:txBody>
      </p:sp>
      <p:sp>
        <p:nvSpPr>
          <p:cNvPr id="5" name="Footer Placeholder 4"/>
          <p:cNvSpPr>
            <a:spLocks noGrp="1"/>
          </p:cNvSpPr>
          <p:nvPr>
            <p:ph type="ftr" sz="quarter" idx="11"/>
          </p:nvPr>
        </p:nvSpPr>
        <p:spPr/>
        <p:txBody>
          <a:bodyPr/>
          <a:lstStyle/>
          <a:p>
            <a:pPr>
              <a:defRPr/>
            </a:pPr>
            <a:r>
              <a:rPr lang="en-GB" smtClean="0">
                <a:solidFill>
                  <a:srgbClr val="FFFFFF"/>
                </a:solidFill>
              </a:rPr>
              <a:t>Barakat                                                          2013                                          </a:t>
            </a:r>
            <a:endParaRPr lang="en-GB">
              <a:solidFill>
                <a:srgbClr val="FFFFFF"/>
              </a:solidFill>
            </a:endParaRPr>
          </a:p>
        </p:txBody>
      </p:sp>
      <p:sp>
        <p:nvSpPr>
          <p:cNvPr id="6" name="Slide Number Placeholder 5"/>
          <p:cNvSpPr>
            <a:spLocks noGrp="1"/>
          </p:cNvSpPr>
          <p:nvPr>
            <p:ph type="sldNum" sz="quarter" idx="12"/>
          </p:nvPr>
        </p:nvSpPr>
        <p:spPr/>
        <p:txBody>
          <a:bodyPr/>
          <a:lstStyle/>
          <a:p>
            <a:pPr>
              <a:defRPr/>
            </a:pPr>
            <a:fld id="{3A4A60ED-F697-4ABF-9686-D2986A96B2A4}" type="slidenum">
              <a:rPr lang="en-GB" smtClean="0">
                <a:solidFill>
                  <a:srgbClr val="FFFFFF"/>
                </a:solidFill>
              </a:rPr>
              <a:pPr>
                <a:defRPr/>
              </a:pPr>
              <a:t>2</a:t>
            </a:fld>
            <a:endParaRPr lang="en-GB">
              <a:solidFill>
                <a:srgbClr val="FFFFFF"/>
              </a:solidFill>
            </a:endParaRPr>
          </a:p>
        </p:txBody>
      </p:sp>
      <p:pic>
        <p:nvPicPr>
          <p:cNvPr id="1026" name="Picture 2" descr="E:\Dr.badr elden\الجامعات\Riyadh college\Dentistry\sem4\2.Cardiopulmonary system. 10 Lecures\Cardio\1.jp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4" descr="07_05a"/>
          <p:cNvPicPr>
            <a:picLocks noChangeAspect="1" noChangeArrowheads="1"/>
          </p:cNvPicPr>
          <p:nvPr/>
        </p:nvPicPr>
        <p:blipFill>
          <a:blip r:embed="rId2" cstate="print"/>
          <a:srcRect/>
          <a:stretch>
            <a:fillRect/>
          </a:stretch>
        </p:blipFill>
        <p:spPr bwMode="auto">
          <a:xfrm>
            <a:off x="38100" y="28575"/>
            <a:ext cx="9067800" cy="68008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Date Placeholder 1"/>
          <p:cNvSpPr>
            <a:spLocks noGrp="1"/>
          </p:cNvSpPr>
          <p:nvPr>
            <p:ph type="dt" sz="half" idx="10"/>
          </p:nvPr>
        </p:nvSpPr>
        <p:spPr/>
        <p:txBody>
          <a:bodyPr/>
          <a:lstStyle/>
          <a:p>
            <a:fld id="{7189183D-3CE4-4460-9851-3BA6DE86824A}" type="datetime1">
              <a:rPr lang="en-US" smtClean="0"/>
              <a:pPr/>
              <a:t>4/3/2021</a:t>
            </a:fld>
            <a:endParaRPr lang="en-US"/>
          </a:p>
        </p:txBody>
      </p:sp>
      <p:sp>
        <p:nvSpPr>
          <p:cNvPr id="3" name="Footer Placeholder 2"/>
          <p:cNvSpPr>
            <a:spLocks noGrp="1"/>
          </p:cNvSpPr>
          <p:nvPr>
            <p:ph type="ftr" sz="quarter" idx="11"/>
          </p:nvPr>
        </p:nvSpPr>
        <p:spPr/>
        <p:txBody>
          <a:bodyPr/>
          <a:lstStyle/>
          <a:p>
            <a:r>
              <a:rPr lang="en-US" smtClean="0"/>
              <a:t>Barakat                                                          2013                                          </a:t>
            </a:r>
            <a:endParaRPr lang="en-US"/>
          </a:p>
        </p:txBody>
      </p:sp>
      <p:sp>
        <p:nvSpPr>
          <p:cNvPr id="4" name="Slide Number Placeholder 3"/>
          <p:cNvSpPr>
            <a:spLocks noGrp="1"/>
          </p:cNvSpPr>
          <p:nvPr>
            <p:ph type="sldNum" sz="quarter" idx="12"/>
          </p:nvPr>
        </p:nvSpPr>
        <p:spPr/>
        <p:txBody>
          <a:bodyPr/>
          <a:lstStyle/>
          <a:p>
            <a:fld id="{58B93125-7DAE-4644-BEF2-9B71209DB05B}" type="slidenum">
              <a:rPr lang="en-US" smtClean="0"/>
              <a:pPr/>
              <a:t>3</a:t>
            </a:fld>
            <a:endParaRPr lang="en-US"/>
          </a:p>
        </p:txBody>
      </p:sp>
    </p:spTree>
    <p:extLst>
      <p:ext uri="{BB962C8B-B14F-4D97-AF65-F5344CB8AC3E}">
        <p14:creationId xmlns="" xmlns:p14="http://schemas.microsoft.com/office/powerpoint/2010/main" val="12690345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3ACA86-A5CE-4693-87E9-46AAE9681A16}" type="datetime1">
              <a:rPr lang="en-US" smtClean="0"/>
              <a:pPr/>
              <a:t>4/3/2021</a:t>
            </a:fld>
            <a:endParaRPr lang="en-US"/>
          </a:p>
        </p:txBody>
      </p:sp>
      <p:sp>
        <p:nvSpPr>
          <p:cNvPr id="3" name="Footer Placeholder 2"/>
          <p:cNvSpPr>
            <a:spLocks noGrp="1"/>
          </p:cNvSpPr>
          <p:nvPr>
            <p:ph type="ftr" sz="quarter" idx="11"/>
          </p:nvPr>
        </p:nvSpPr>
        <p:spPr/>
        <p:txBody>
          <a:bodyPr/>
          <a:lstStyle/>
          <a:p>
            <a:r>
              <a:rPr lang="en-US" smtClean="0"/>
              <a:t>Barakat                                                          2013                                          </a:t>
            </a:r>
            <a:endParaRPr lang="en-US"/>
          </a:p>
        </p:txBody>
      </p:sp>
      <p:sp>
        <p:nvSpPr>
          <p:cNvPr id="4" name="Slide Number Placeholder 3"/>
          <p:cNvSpPr>
            <a:spLocks noGrp="1"/>
          </p:cNvSpPr>
          <p:nvPr>
            <p:ph type="sldNum" sz="quarter" idx="12"/>
          </p:nvPr>
        </p:nvSpPr>
        <p:spPr/>
        <p:txBody>
          <a:bodyPr/>
          <a:lstStyle/>
          <a:p>
            <a:fld id="{58B93125-7DAE-4644-BEF2-9B71209DB05B}" type="slidenum">
              <a:rPr lang="en-US" smtClean="0"/>
              <a:pPr/>
              <a:t>4</a:t>
            </a:fld>
            <a:endParaRPr lang="en-US"/>
          </a:p>
        </p:txBody>
      </p:sp>
      <p:pic>
        <p:nvPicPr>
          <p:cNvPr id="3074" name="Picture 2" descr="E:\Dr.badr elden\الجامعات\Riyadh college\Dentistry\sem4\2.Cardiopulmonary system. 10 Lecures\Cardio\2.jpg"/>
          <p:cNvPicPr>
            <a:picLocks noChangeAspect="1" noChangeArrowheads="1"/>
          </p:cNvPicPr>
          <p:nvPr/>
        </p:nvPicPr>
        <p:blipFill>
          <a:blip r:embed="rId2" cstate="print"/>
          <a:srcRect/>
          <a:stretch>
            <a:fillRect/>
          </a:stretch>
        </p:blipFill>
        <p:spPr bwMode="auto">
          <a:xfrm>
            <a:off x="428596" y="0"/>
            <a:ext cx="8358182" cy="68580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609600" y="228600"/>
            <a:ext cx="8077200" cy="1066800"/>
          </a:xfrm>
        </p:spPr>
        <p:txBody>
          <a:bodyPr/>
          <a:lstStyle/>
          <a:p>
            <a:r>
              <a:rPr lang="en-US" b="1" dirty="0" smtClean="0">
                <a:latin typeface="Times New Roman" pitchFamily="18" charset="0"/>
                <a:cs typeface="Times New Roman" pitchFamily="18" charset="0"/>
              </a:rPr>
              <a:t>Cardiac muscle</a:t>
            </a:r>
            <a:endParaRPr lang="en-US" b="1" dirty="0">
              <a:latin typeface="Times New Roman" pitchFamily="18" charset="0"/>
              <a:cs typeface="Times New Roman" pitchFamily="18" charset="0"/>
            </a:endParaRPr>
          </a:p>
        </p:txBody>
      </p:sp>
      <p:sp>
        <p:nvSpPr>
          <p:cNvPr id="3" name="عنصر نائب للمحتوى 2"/>
          <p:cNvSpPr>
            <a:spLocks noGrp="1"/>
          </p:cNvSpPr>
          <p:nvPr>
            <p:ph idx="1"/>
          </p:nvPr>
        </p:nvSpPr>
        <p:spPr/>
        <p:txBody>
          <a:bodyPr>
            <a:normAutofit/>
          </a:bodyPr>
          <a:lstStyle/>
          <a:p>
            <a:pPr>
              <a:buFont typeface="Wingdings" pitchFamily="2" charset="2"/>
              <a:buChar char="Ø"/>
            </a:pPr>
            <a:r>
              <a:rPr lang="en-US" dirty="0" smtClean="0">
                <a:latin typeface="Centaur" pitchFamily="18" charset="0"/>
              </a:rPr>
              <a:t>The cardiac muscle contain tow types of muscle :</a:t>
            </a:r>
          </a:p>
          <a:p>
            <a:pPr>
              <a:buFont typeface="Wingdings" pitchFamily="2" charset="2"/>
              <a:buChar char="Ø"/>
            </a:pPr>
            <a:r>
              <a:rPr lang="en-US" sz="3200" dirty="0" smtClean="0">
                <a:latin typeface="Centaur" pitchFamily="18" charset="0"/>
              </a:rPr>
              <a:t>1- Cardiac muscle proper for contraction </a:t>
            </a:r>
          </a:p>
          <a:p>
            <a:pPr>
              <a:buFont typeface="Wingdings" pitchFamily="2" charset="2"/>
              <a:buChar char="Ø"/>
            </a:pPr>
            <a:r>
              <a:rPr lang="en-US" dirty="0" smtClean="0">
                <a:latin typeface="Centaur" pitchFamily="18" charset="0"/>
              </a:rPr>
              <a:t>2- Conductive system for generation and conduction of electrical signals (action potential)</a:t>
            </a:r>
            <a:endParaRPr lang="en-US" sz="3200" dirty="0" smtClean="0">
              <a:latin typeface="Centaur" pitchFamily="18" charset="0"/>
            </a:endParaRPr>
          </a:p>
          <a:p>
            <a:pPr>
              <a:buFont typeface="Wingdings" pitchFamily="2" charset="2"/>
              <a:buChar char="Ø"/>
            </a:pPr>
            <a:endParaRPr lang="en-US" b="1" u="sng" dirty="0">
              <a:latin typeface="Centaur" pitchFamily="18" charset="0"/>
            </a:endParaRPr>
          </a:p>
          <a:p>
            <a:endParaRPr lang="en-US" dirty="0" smtClean="0">
              <a:latin typeface="Centaur" pitchFamily="18" charset="0"/>
            </a:endParaRPr>
          </a:p>
        </p:txBody>
      </p:sp>
      <p:sp>
        <p:nvSpPr>
          <p:cNvPr id="5" name="Date Placeholder 4"/>
          <p:cNvSpPr>
            <a:spLocks noGrp="1"/>
          </p:cNvSpPr>
          <p:nvPr>
            <p:ph type="dt" sz="half" idx="10"/>
          </p:nvPr>
        </p:nvSpPr>
        <p:spPr/>
        <p:txBody>
          <a:bodyPr/>
          <a:lstStyle/>
          <a:p>
            <a:fld id="{0CA53BA0-0042-4816-8BDB-1E5943513ED4}" type="datetime1">
              <a:rPr lang="en-US" smtClean="0"/>
              <a:pPr/>
              <a:t>4/3/2021</a:t>
            </a:fld>
            <a:endParaRPr lang="en-US"/>
          </a:p>
        </p:txBody>
      </p:sp>
      <p:sp>
        <p:nvSpPr>
          <p:cNvPr id="6" name="Footer Placeholder 5"/>
          <p:cNvSpPr>
            <a:spLocks noGrp="1"/>
          </p:cNvSpPr>
          <p:nvPr>
            <p:ph type="ftr" sz="quarter" idx="11"/>
          </p:nvPr>
        </p:nvSpPr>
        <p:spPr/>
        <p:txBody>
          <a:bodyPr/>
          <a:lstStyle/>
          <a:p>
            <a:r>
              <a:rPr lang="en-US" smtClean="0"/>
              <a:t>Barakat                                                          2013                                          </a:t>
            </a:r>
            <a:endParaRPr lang="en-US"/>
          </a:p>
        </p:txBody>
      </p:sp>
      <p:sp>
        <p:nvSpPr>
          <p:cNvPr id="7" name="Slide Number Placeholder 6"/>
          <p:cNvSpPr>
            <a:spLocks noGrp="1"/>
          </p:cNvSpPr>
          <p:nvPr>
            <p:ph type="sldNum" sz="quarter" idx="12"/>
          </p:nvPr>
        </p:nvSpPr>
        <p:spPr/>
        <p:txBody>
          <a:bodyPr/>
          <a:lstStyle/>
          <a:p>
            <a:fld id="{58B93125-7DAE-4644-BEF2-9B71209DB05B}" type="slidenum">
              <a:rPr lang="en-US" smtClean="0"/>
              <a:pPr/>
              <a:t>5</a:t>
            </a:fld>
            <a:endParaRPr lang="en-US"/>
          </a:p>
        </p:txBody>
      </p:sp>
    </p:spTree>
    <p:extLst>
      <p:ext uri="{BB962C8B-B14F-4D97-AF65-F5344CB8AC3E}">
        <p14:creationId xmlns="" xmlns:p14="http://schemas.microsoft.com/office/powerpoint/2010/main" val="2090917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Properties of the cardiac muscle</a:t>
            </a:r>
            <a:endParaRPr lang="ar-SA" dirty="0"/>
          </a:p>
        </p:txBody>
      </p:sp>
      <p:sp>
        <p:nvSpPr>
          <p:cNvPr id="3" name="Content Placeholder 2"/>
          <p:cNvSpPr>
            <a:spLocks noGrp="1"/>
          </p:cNvSpPr>
          <p:nvPr>
            <p:ph idx="1"/>
          </p:nvPr>
        </p:nvSpPr>
        <p:spPr/>
        <p:txBody>
          <a:bodyPr/>
          <a:lstStyle/>
          <a:p>
            <a:pPr marL="0" indent="0">
              <a:buNone/>
            </a:pPr>
            <a:r>
              <a:rPr lang="en-US" b="1" dirty="0" smtClean="0">
                <a:solidFill>
                  <a:srgbClr val="FF0000"/>
                </a:solidFill>
                <a:cs typeface="+mj-cs"/>
              </a:rPr>
              <a:t>Excitability</a:t>
            </a:r>
          </a:p>
          <a:p>
            <a:pPr marL="0" indent="0">
              <a:buNone/>
            </a:pPr>
            <a:r>
              <a:rPr lang="en-US" b="1" dirty="0" smtClean="0">
                <a:solidFill>
                  <a:srgbClr val="FF0000"/>
                </a:solidFill>
                <a:cs typeface="+mj-cs"/>
              </a:rPr>
              <a:t>Automaticity</a:t>
            </a:r>
          </a:p>
          <a:p>
            <a:pPr marL="0" indent="0">
              <a:buNone/>
            </a:pPr>
            <a:r>
              <a:rPr lang="en-US" b="1" dirty="0" smtClean="0">
                <a:solidFill>
                  <a:srgbClr val="FF0000"/>
                </a:solidFill>
                <a:cs typeface="+mj-cs"/>
              </a:rPr>
              <a:t>Contractility</a:t>
            </a:r>
          </a:p>
          <a:p>
            <a:pPr marL="0" indent="0">
              <a:buNone/>
            </a:pPr>
            <a:r>
              <a:rPr lang="en-US" b="1" dirty="0" smtClean="0">
                <a:solidFill>
                  <a:srgbClr val="FF0000"/>
                </a:solidFill>
                <a:cs typeface="+mj-cs"/>
              </a:rPr>
              <a:t>Relax-ability</a:t>
            </a:r>
          </a:p>
          <a:p>
            <a:pPr marL="0" indent="0">
              <a:buNone/>
            </a:pPr>
            <a:r>
              <a:rPr lang="en-US" b="1" dirty="0" smtClean="0">
                <a:solidFill>
                  <a:srgbClr val="FF0000"/>
                </a:solidFill>
                <a:cs typeface="+mj-cs"/>
              </a:rPr>
              <a:t>Conductivity</a:t>
            </a:r>
          </a:p>
          <a:p>
            <a:pPr marL="0" indent="0">
              <a:buNone/>
            </a:pPr>
            <a:r>
              <a:rPr lang="en-US" b="1" dirty="0" smtClean="0">
                <a:solidFill>
                  <a:srgbClr val="FF0000"/>
                </a:solidFill>
                <a:cs typeface="+mj-cs"/>
              </a:rPr>
              <a:t>Rhythmicity </a:t>
            </a:r>
            <a:endParaRPr lang="ar-SA" b="1" dirty="0">
              <a:solidFill>
                <a:srgbClr val="FF0000"/>
              </a:solidFill>
              <a:cs typeface="+mj-cs"/>
            </a:endParaRPr>
          </a:p>
        </p:txBody>
      </p:sp>
      <p:sp>
        <p:nvSpPr>
          <p:cNvPr id="4" name="Date Placeholder 3"/>
          <p:cNvSpPr>
            <a:spLocks noGrp="1"/>
          </p:cNvSpPr>
          <p:nvPr>
            <p:ph type="dt" sz="half" idx="10"/>
          </p:nvPr>
        </p:nvSpPr>
        <p:spPr/>
        <p:txBody>
          <a:bodyPr/>
          <a:lstStyle/>
          <a:p>
            <a:fld id="{E5E844AD-9D59-4E64-8543-C63C0CE63E01}"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6</a:t>
            </a:fld>
            <a:endParaRPr lang="en-US"/>
          </a:p>
        </p:txBody>
      </p:sp>
    </p:spTree>
    <p:extLst>
      <p:ext uri="{BB962C8B-B14F-4D97-AF65-F5344CB8AC3E}">
        <p14:creationId xmlns="" xmlns:p14="http://schemas.microsoft.com/office/powerpoint/2010/main" val="18618751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itchFamily="18" charset="0"/>
                <a:cs typeface="Times New Roman" pitchFamily="18" charset="0"/>
              </a:rPr>
              <a:t>Properties of the cardiac muscle</a:t>
            </a:r>
          </a:p>
        </p:txBody>
      </p:sp>
      <p:pic>
        <p:nvPicPr>
          <p:cNvPr id="3074"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tretch>
            <a:fillRect/>
          </a:stretch>
        </p:blipFill>
        <p:spPr bwMode="auto">
          <a:xfrm>
            <a:off x="857224" y="3786190"/>
            <a:ext cx="7772400" cy="23938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Date Placeholder 4"/>
          <p:cNvSpPr>
            <a:spLocks noGrp="1"/>
          </p:cNvSpPr>
          <p:nvPr>
            <p:ph type="dt" sz="half" idx="10"/>
          </p:nvPr>
        </p:nvSpPr>
        <p:spPr/>
        <p:txBody>
          <a:bodyPr/>
          <a:lstStyle/>
          <a:p>
            <a:fld id="{35F29771-D44C-4263-B441-7E43CA7AE0D6}" type="datetime1">
              <a:rPr lang="en-US" smtClean="0"/>
              <a:pPr/>
              <a:t>4/3/2021</a:t>
            </a:fld>
            <a:endParaRPr lang="en-US"/>
          </a:p>
        </p:txBody>
      </p:sp>
      <p:sp>
        <p:nvSpPr>
          <p:cNvPr id="6" name="Footer Placeholder 5"/>
          <p:cNvSpPr>
            <a:spLocks noGrp="1"/>
          </p:cNvSpPr>
          <p:nvPr>
            <p:ph type="ftr" sz="quarter" idx="11"/>
          </p:nvPr>
        </p:nvSpPr>
        <p:spPr/>
        <p:txBody>
          <a:bodyPr/>
          <a:lstStyle/>
          <a:p>
            <a:r>
              <a:rPr lang="en-US" smtClean="0"/>
              <a:t>Barakat                                                          2013                                          </a:t>
            </a:r>
            <a:endParaRPr lang="en-US"/>
          </a:p>
        </p:txBody>
      </p:sp>
      <p:sp>
        <p:nvSpPr>
          <p:cNvPr id="7" name="Slide Number Placeholder 6"/>
          <p:cNvSpPr>
            <a:spLocks noGrp="1"/>
          </p:cNvSpPr>
          <p:nvPr>
            <p:ph type="sldNum" sz="quarter" idx="12"/>
          </p:nvPr>
        </p:nvSpPr>
        <p:spPr/>
        <p:txBody>
          <a:bodyPr/>
          <a:lstStyle/>
          <a:p>
            <a:fld id="{58B93125-7DAE-4644-BEF2-9B71209DB05B}" type="slidenum">
              <a:rPr lang="en-US" smtClean="0"/>
              <a:pPr/>
              <a:t>7</a:t>
            </a:fld>
            <a:endParaRPr lang="en-US"/>
          </a:p>
        </p:txBody>
      </p:sp>
      <p:sp>
        <p:nvSpPr>
          <p:cNvPr id="4" name="Rectangle 3"/>
          <p:cNvSpPr/>
          <p:nvPr/>
        </p:nvSpPr>
        <p:spPr>
          <a:xfrm>
            <a:off x="304800" y="1676400"/>
            <a:ext cx="7772400" cy="2062103"/>
          </a:xfrm>
          <a:prstGeom prst="rect">
            <a:avLst/>
          </a:prstGeom>
        </p:spPr>
        <p:txBody>
          <a:bodyPr wrap="square">
            <a:spAutoFit/>
          </a:bodyPr>
          <a:lstStyle/>
          <a:p>
            <a:pPr>
              <a:buFont typeface="Wingdings" pitchFamily="2" charset="2"/>
              <a:buChar char="Ø"/>
            </a:pPr>
            <a:r>
              <a:rPr lang="en-US" sz="3200" b="1" u="sng" dirty="0" smtClean="0">
                <a:solidFill>
                  <a:srgbClr val="FF0000"/>
                </a:solidFill>
                <a:latin typeface="Centaur" pitchFamily="18" charset="0"/>
              </a:rPr>
              <a:t>1- Functional </a:t>
            </a:r>
            <a:r>
              <a:rPr lang="en-US" sz="3200" b="1" u="sng" dirty="0">
                <a:solidFill>
                  <a:srgbClr val="FF0000"/>
                </a:solidFill>
                <a:latin typeface="Centaur" pitchFamily="18" charset="0"/>
              </a:rPr>
              <a:t>syncytium:-</a:t>
            </a:r>
          </a:p>
          <a:p>
            <a:r>
              <a:rPr lang="en-US" sz="3200" dirty="0">
                <a:latin typeface="Centaur" pitchFamily="18" charset="0"/>
              </a:rPr>
              <a:t>Stimulation of one cardiac muscle cell result in stimulation of all the cells.</a:t>
            </a:r>
          </a:p>
          <a:p>
            <a:r>
              <a:rPr lang="en-US" sz="3200" dirty="0">
                <a:latin typeface="Centaur" pitchFamily="18" charset="0"/>
              </a:rPr>
              <a:t>The heart contracts as one unit (syncytium).</a:t>
            </a:r>
          </a:p>
        </p:txBody>
      </p:sp>
    </p:spTree>
    <p:extLst>
      <p:ext uri="{BB962C8B-B14F-4D97-AF65-F5344CB8AC3E}">
        <p14:creationId xmlns="" xmlns:p14="http://schemas.microsoft.com/office/powerpoint/2010/main" val="3473723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074"/>
                                        </p:tgtEl>
                                        <p:attrNameLst>
                                          <p:attrName>style.visibility</p:attrName>
                                        </p:attrNameLst>
                                      </p:cBhvr>
                                      <p:to>
                                        <p:strVal val="visible"/>
                                      </p:to>
                                    </p:set>
                                    <p:animEffect transition="in" filter="fade">
                                      <p:cBhvr>
                                        <p:cTn id="13"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Font typeface="Wingdings" pitchFamily="2" charset="2"/>
              <a:buChar char="Ø"/>
            </a:pPr>
            <a:r>
              <a:rPr lang="en-US" b="1" u="sng" dirty="0">
                <a:solidFill>
                  <a:srgbClr val="FF0000"/>
                </a:solidFill>
                <a:latin typeface="Centaur" pitchFamily="18" charset="0"/>
              </a:rPr>
              <a:t>2. The main source of energy:-</a:t>
            </a:r>
          </a:p>
          <a:p>
            <a:r>
              <a:rPr lang="en-US" dirty="0">
                <a:latin typeface="Centaur" pitchFamily="18" charset="0"/>
              </a:rPr>
              <a:t>Fats </a:t>
            </a:r>
          </a:p>
          <a:p>
            <a:r>
              <a:rPr lang="en-US" dirty="0">
                <a:latin typeface="Centaur" pitchFamily="18" charset="0"/>
              </a:rPr>
              <a:t>Fat = 60%</a:t>
            </a:r>
          </a:p>
          <a:p>
            <a:r>
              <a:rPr lang="en-US" dirty="0">
                <a:latin typeface="Centaur" pitchFamily="18" charset="0"/>
              </a:rPr>
              <a:t>CHO = 35 %</a:t>
            </a:r>
          </a:p>
          <a:p>
            <a:r>
              <a:rPr lang="en-US" dirty="0">
                <a:latin typeface="Centaur" pitchFamily="18" charset="0"/>
              </a:rPr>
              <a:t>Protein = 5%</a:t>
            </a:r>
          </a:p>
          <a:p>
            <a:pPr>
              <a:buFont typeface="Wingdings" pitchFamily="2" charset="2"/>
              <a:buChar char="Ø"/>
            </a:pPr>
            <a:r>
              <a:rPr lang="en-US" b="1" u="sng" dirty="0">
                <a:solidFill>
                  <a:srgbClr val="FF0000"/>
                </a:solidFill>
                <a:latin typeface="Centaur" pitchFamily="18" charset="0"/>
              </a:rPr>
              <a:t>3. Blood flow:-</a:t>
            </a:r>
          </a:p>
          <a:p>
            <a:r>
              <a:rPr lang="en-US" dirty="0">
                <a:latin typeface="Centaur" pitchFamily="18" charset="0"/>
              </a:rPr>
              <a:t>Mainly during diastole not systole </a:t>
            </a:r>
            <a:r>
              <a:rPr lang="en-US" dirty="0" smtClean="0">
                <a:latin typeface="Centaur" pitchFamily="18" charset="0"/>
              </a:rPr>
              <a:t>(specially </a:t>
            </a:r>
            <a:r>
              <a:rPr lang="en-US" dirty="0">
                <a:latin typeface="Centaur" pitchFamily="18" charset="0"/>
              </a:rPr>
              <a:t>the L V only during diastolic).</a:t>
            </a:r>
          </a:p>
          <a:p>
            <a:endParaRPr lang="en-US" dirty="0"/>
          </a:p>
        </p:txBody>
      </p:sp>
      <p:sp>
        <p:nvSpPr>
          <p:cNvPr id="4" name="Date Placeholder 3"/>
          <p:cNvSpPr>
            <a:spLocks noGrp="1"/>
          </p:cNvSpPr>
          <p:nvPr>
            <p:ph type="dt" sz="half" idx="10"/>
          </p:nvPr>
        </p:nvSpPr>
        <p:spPr/>
        <p:txBody>
          <a:bodyPr/>
          <a:lstStyle/>
          <a:p>
            <a:fld id="{D1923DD9-20AB-4C59-A13D-82F8D1CF8B9C}"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8</a:t>
            </a:fld>
            <a:endParaRPr lang="en-US"/>
          </a:p>
        </p:txBody>
      </p:sp>
    </p:spTree>
    <p:extLst>
      <p:ext uri="{BB962C8B-B14F-4D97-AF65-F5344CB8AC3E}">
        <p14:creationId xmlns="" xmlns:p14="http://schemas.microsoft.com/office/powerpoint/2010/main" val="1492970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35" fill="hold">
                            <p:stCondLst>
                              <p:cond delay="500"/>
                            </p:stCondLst>
                            <p:childTnLst>
                              <p:par>
                                <p:cTn id="36" presetID="2" presetClass="entr" presetSubtype="4" fill="hold" nodeType="after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 calcmode="lin" valueType="num">
                                      <p:cBhvr additive="base">
                                        <p:cTn id="3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en-US"/>
          </a:p>
        </p:txBody>
      </p:sp>
      <p:sp>
        <p:nvSpPr>
          <p:cNvPr id="3" name="عنصر نائب للمحتوى 2"/>
          <p:cNvSpPr>
            <a:spLocks noGrp="1"/>
          </p:cNvSpPr>
          <p:nvPr>
            <p:ph idx="1"/>
          </p:nvPr>
        </p:nvSpPr>
        <p:spPr/>
        <p:txBody>
          <a:bodyPr>
            <a:normAutofit/>
          </a:bodyPr>
          <a:lstStyle/>
          <a:p>
            <a:pPr>
              <a:buFont typeface="Wingdings" pitchFamily="2" charset="2"/>
              <a:buChar char="Ø"/>
            </a:pPr>
            <a:r>
              <a:rPr lang="en-US" sz="3200" b="1" u="sng" dirty="0" smtClean="0">
                <a:solidFill>
                  <a:srgbClr val="FF0000"/>
                </a:solidFill>
                <a:latin typeface="Centaur" pitchFamily="18" charset="0"/>
              </a:rPr>
              <a:t>4. Metabolism:- </a:t>
            </a:r>
          </a:p>
          <a:p>
            <a:r>
              <a:rPr lang="en-US" dirty="0" smtClean="0">
                <a:latin typeface="Centaur" pitchFamily="18" charset="0"/>
              </a:rPr>
              <a:t>Depend exclusively on aerobic metabolism for generation of energy (99%), not anaerobic metabolism (1%) .</a:t>
            </a:r>
          </a:p>
          <a:p>
            <a:r>
              <a:rPr lang="en-US" dirty="0" smtClean="0">
                <a:latin typeface="Centaur" pitchFamily="18" charset="0"/>
              </a:rPr>
              <a:t>In sever hypoxia the </a:t>
            </a:r>
            <a:r>
              <a:rPr lang="en-US" dirty="0">
                <a:latin typeface="Centaur" pitchFamily="18" charset="0"/>
              </a:rPr>
              <a:t>anaerobic metabolism </a:t>
            </a:r>
            <a:r>
              <a:rPr lang="en-US" dirty="0" smtClean="0">
                <a:latin typeface="Centaur" pitchFamily="18" charset="0"/>
              </a:rPr>
              <a:t>rise to 10 %</a:t>
            </a:r>
          </a:p>
        </p:txBody>
      </p:sp>
      <p:sp>
        <p:nvSpPr>
          <p:cNvPr id="4" name="Date Placeholder 3"/>
          <p:cNvSpPr>
            <a:spLocks noGrp="1"/>
          </p:cNvSpPr>
          <p:nvPr>
            <p:ph type="dt" sz="half" idx="10"/>
          </p:nvPr>
        </p:nvSpPr>
        <p:spPr/>
        <p:txBody>
          <a:bodyPr/>
          <a:lstStyle/>
          <a:p>
            <a:fld id="{4271378E-AF40-404B-99AF-0F4A023225DD}"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9</a:t>
            </a:fld>
            <a:endParaRPr lang="en-US"/>
          </a:p>
        </p:txBody>
      </p:sp>
    </p:spTree>
    <p:extLst>
      <p:ext uri="{BB962C8B-B14F-4D97-AF65-F5344CB8AC3E}">
        <p14:creationId xmlns="" xmlns:p14="http://schemas.microsoft.com/office/powerpoint/2010/main" val="241834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itchFamily="2" charset="2"/>
              <a:buChar char="Ø"/>
            </a:pPr>
            <a:r>
              <a:rPr lang="en-US" b="1" u="sng" dirty="0">
                <a:solidFill>
                  <a:srgbClr val="FF0000"/>
                </a:solidFill>
                <a:latin typeface="Centaur" pitchFamily="18" charset="0"/>
              </a:rPr>
              <a:t>5. Rhythmicity:-</a:t>
            </a:r>
          </a:p>
          <a:p>
            <a:r>
              <a:rPr lang="en-US" dirty="0">
                <a:latin typeface="Centaur" pitchFamily="18" charset="0"/>
              </a:rPr>
              <a:t>Ability of cardiac muscle to contract in regular form.</a:t>
            </a:r>
          </a:p>
          <a:p>
            <a:r>
              <a:rPr lang="en-US" dirty="0">
                <a:latin typeface="Centaur" pitchFamily="18" charset="0"/>
              </a:rPr>
              <a:t>This is due to presence of the conductive system, which controls these rhythmic contractions. </a:t>
            </a:r>
          </a:p>
          <a:p>
            <a:pPr marL="0" indent="0">
              <a:buNone/>
            </a:pPr>
            <a:endParaRPr lang="en-US" dirty="0"/>
          </a:p>
        </p:txBody>
      </p:sp>
      <p:sp>
        <p:nvSpPr>
          <p:cNvPr id="4" name="Date Placeholder 3"/>
          <p:cNvSpPr>
            <a:spLocks noGrp="1"/>
          </p:cNvSpPr>
          <p:nvPr>
            <p:ph type="dt" sz="half" idx="10"/>
          </p:nvPr>
        </p:nvSpPr>
        <p:spPr/>
        <p:txBody>
          <a:bodyPr/>
          <a:lstStyle/>
          <a:p>
            <a:fld id="{80630D08-27D0-480B-88D3-8B3B7FE2D91B}"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10</a:t>
            </a:fld>
            <a:endParaRPr lang="en-US"/>
          </a:p>
        </p:txBody>
      </p:sp>
    </p:spTree>
    <p:extLst>
      <p:ext uri="{BB962C8B-B14F-4D97-AF65-F5344CB8AC3E}">
        <p14:creationId xmlns="" xmlns:p14="http://schemas.microsoft.com/office/powerpoint/2010/main" val="2385516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u="sng" dirty="0" smtClean="0">
                <a:solidFill>
                  <a:srgbClr val="FF0000"/>
                </a:solidFill>
                <a:latin typeface="Times New Roman" pitchFamily="18" charset="0"/>
                <a:cs typeface="Times New Roman" pitchFamily="18" charset="0"/>
              </a:rPr>
              <a:t>6- Oxygen extraction:</a:t>
            </a:r>
          </a:p>
          <a:p>
            <a:pPr marL="0" indent="0">
              <a:buNone/>
            </a:pPr>
            <a:r>
              <a:rPr lang="en-US" dirty="0" smtClean="0">
                <a:latin typeface="Times New Roman" pitchFamily="18" charset="0"/>
                <a:cs typeface="Times New Roman" pitchFamily="18" charset="0"/>
              </a:rPr>
              <a:t>The cardiac muscles (CM) extracts higher amount of O2 than skeletal muscle (70 – 80 % of oxygen delivered by blood).</a:t>
            </a:r>
          </a:p>
          <a:p>
            <a:pPr marL="0" indent="0">
              <a:buNone/>
            </a:pPr>
            <a:r>
              <a:rPr lang="en-US" b="1" u="sng" dirty="0" smtClean="0">
                <a:solidFill>
                  <a:srgbClr val="FF0000"/>
                </a:solidFill>
                <a:latin typeface="Times New Roman" pitchFamily="18" charset="0"/>
                <a:cs typeface="Times New Roman" pitchFamily="18" charset="0"/>
              </a:rPr>
              <a:t>7- Excitability : </a:t>
            </a:r>
          </a:p>
          <a:p>
            <a:pPr marL="0" indent="0">
              <a:buNone/>
            </a:pPr>
            <a:r>
              <a:rPr lang="en-US" dirty="0" smtClean="0">
                <a:latin typeface="Times New Roman" pitchFamily="18" charset="0"/>
                <a:cs typeface="Times New Roman" pitchFamily="18" charset="0"/>
              </a:rPr>
              <a:t>Ability of the C M to generate action potential.</a:t>
            </a:r>
          </a:p>
          <a:p>
            <a:pPr marL="0" indent="0">
              <a:buNone/>
            </a:pPr>
            <a:r>
              <a:rPr lang="en-US" dirty="0">
                <a:latin typeface="Times New Roman" pitchFamily="18" charset="0"/>
                <a:cs typeface="Times New Roman" pitchFamily="18" charset="0"/>
              </a:rPr>
              <a:t>The action potential  of C M characteristic by plateau phase.</a:t>
            </a:r>
          </a:p>
          <a:p>
            <a:pPr marL="0" indent="0">
              <a:buNone/>
            </a:pPr>
            <a:endParaRPr lang="en-US" dirty="0" smtClean="0">
              <a:latin typeface="Times New Roman" pitchFamily="18" charset="0"/>
              <a:cs typeface="Times New Roman" pitchFamily="18" charset="0"/>
            </a:endParaRPr>
          </a:p>
          <a:p>
            <a:pPr marL="68580" indent="0">
              <a:buNone/>
            </a:pP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8A0E7E6-7496-4447-85D2-96694411B0BA}"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11</a:t>
            </a:fld>
            <a:endParaRPr lang="en-US"/>
          </a:p>
        </p:txBody>
      </p:sp>
    </p:spTree>
    <p:extLst>
      <p:ext uri="{BB962C8B-B14F-4D97-AF65-F5344CB8AC3E}">
        <p14:creationId xmlns="" xmlns:p14="http://schemas.microsoft.com/office/powerpoint/2010/main" val="2667025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Action potential of the cardiac muscle proper is characterized by the </a:t>
            </a:r>
            <a:r>
              <a:rPr lang="en-US" b="1" i="1" dirty="0" smtClean="0">
                <a:latin typeface="Times New Roman" pitchFamily="18" charset="0"/>
                <a:cs typeface="Times New Roman" pitchFamily="18" charset="0"/>
              </a:rPr>
              <a:t>plateau</a:t>
            </a:r>
            <a:r>
              <a:rPr lang="en-US" dirty="0" smtClean="0">
                <a:latin typeface="Times New Roman" pitchFamily="18" charset="0"/>
                <a:cs typeface="Times New Roman" pitchFamily="18" charset="0"/>
              </a:rPr>
              <a:t> phase (due to calcium influx), and that of the conductive system is characterized by the </a:t>
            </a:r>
            <a:r>
              <a:rPr lang="en-US" b="1" i="1" dirty="0" err="1" smtClean="0">
                <a:latin typeface="Times New Roman" pitchFamily="18" charset="0"/>
                <a:cs typeface="Times New Roman" pitchFamily="18" charset="0"/>
              </a:rPr>
              <a:t>prepotential</a:t>
            </a:r>
            <a:r>
              <a:rPr lang="en-US" dirty="0" smtClean="0">
                <a:latin typeface="Times New Roman" pitchFamily="18" charset="0"/>
                <a:cs typeface="Times New Roman" pitchFamily="18" charset="0"/>
              </a:rPr>
              <a:t>. Theses phases are not found in action potentials of other types of muscles </a:t>
            </a: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5E844AD-9D59-4E64-8543-C63C0CE63E01}"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285720" y="500042"/>
            <a:ext cx="8572560" cy="5857916"/>
          </a:xfrm>
          <a:prstGeom prst="rect">
            <a:avLst/>
          </a:prstGeom>
          <a:noFill/>
          <a:ln w="9525">
            <a:noFill/>
            <a:miter lim="800000"/>
            <a:headEnd/>
            <a:tailEnd/>
          </a:ln>
          <a:effectLst/>
        </p:spPr>
      </p:pic>
      <p:sp>
        <p:nvSpPr>
          <p:cNvPr id="4" name="Date Placeholder 3"/>
          <p:cNvSpPr>
            <a:spLocks noGrp="1"/>
          </p:cNvSpPr>
          <p:nvPr>
            <p:ph type="dt" sz="half" idx="10"/>
          </p:nvPr>
        </p:nvSpPr>
        <p:spPr/>
        <p:txBody>
          <a:bodyPr/>
          <a:lstStyle/>
          <a:p>
            <a:fld id="{E5E844AD-9D59-4E64-8543-C63C0CE63E01}"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6F8AF32A-0DE2-48A6-AFEB-952FBA47E3E2}"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14</a:t>
            </a:fld>
            <a:endParaRPr lang="en-US"/>
          </a:p>
        </p:txBody>
      </p:sp>
      <p:pic>
        <p:nvPicPr>
          <p:cNvPr id="2050"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0" y="-228599"/>
            <a:ext cx="9220200" cy="7239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7910104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0" y="1"/>
            <a:ext cx="9144000"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C5D512F9-CC8D-4DC9-A63E-641684822A2A}"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15</a:t>
            </a:fld>
            <a:endParaRPr lang="en-US"/>
          </a:p>
        </p:txBody>
      </p:sp>
    </p:spTree>
    <p:extLst>
      <p:ext uri="{BB962C8B-B14F-4D97-AF65-F5344CB8AC3E}">
        <p14:creationId xmlns="" xmlns:p14="http://schemas.microsoft.com/office/powerpoint/2010/main" val="37471613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46237"/>
            <a:ext cx="8229600" cy="4525963"/>
          </a:xfrm>
        </p:spPr>
        <p:txBody>
          <a:bodyPr>
            <a:normAutofit/>
          </a:bodyPr>
          <a:lstStyle/>
          <a:p>
            <a:pPr marL="0" indent="0">
              <a:buNone/>
            </a:pPr>
            <a:r>
              <a:rPr lang="en-US" b="1" u="sng" dirty="0" smtClean="0">
                <a:solidFill>
                  <a:srgbClr val="FF0000"/>
                </a:solidFill>
                <a:latin typeface="Times New Roman" pitchFamily="18" charset="0"/>
                <a:cs typeface="Times New Roman" pitchFamily="18" charset="0"/>
              </a:rPr>
              <a:t>8- </a:t>
            </a:r>
            <a:r>
              <a:rPr lang="en-US" b="1" u="sng" smtClean="0">
                <a:solidFill>
                  <a:srgbClr val="FF0000"/>
                </a:solidFill>
                <a:latin typeface="Times New Roman" pitchFamily="18" charset="0"/>
                <a:cs typeface="Times New Roman" pitchFamily="18" charset="0"/>
              </a:rPr>
              <a:t>ECF </a:t>
            </a:r>
            <a:r>
              <a:rPr lang="en-US" b="1" u="sng" smtClean="0">
                <a:solidFill>
                  <a:srgbClr val="FF0000"/>
                </a:solidFill>
                <a:latin typeface="Times New Roman" pitchFamily="18" charset="0"/>
                <a:cs typeface="Times New Roman" pitchFamily="18" charset="0"/>
              </a:rPr>
              <a:t>Calcium:</a:t>
            </a:r>
            <a:endParaRPr lang="en-US" b="1" u="sng" dirty="0" smtClean="0">
              <a:solidFill>
                <a:srgbClr val="FF0000"/>
              </a:solidFill>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CM  depend on ECF &amp; ICF Ca+2  in </a:t>
            </a:r>
            <a:r>
              <a:rPr lang="en-US" dirty="0">
                <a:latin typeface="Times New Roman" pitchFamily="18" charset="0"/>
                <a:cs typeface="Times New Roman" pitchFamily="18" charset="0"/>
              </a:rPr>
              <a:t>contraction </a:t>
            </a:r>
            <a:r>
              <a:rPr lang="en-US" dirty="0" smtClean="0">
                <a:latin typeface="Times New Roman" pitchFamily="18" charset="0"/>
                <a:cs typeface="Times New Roman" pitchFamily="18" charset="0"/>
              </a:rPr>
              <a:t>. </a:t>
            </a:r>
          </a:p>
          <a:p>
            <a:pPr marL="0" indent="0">
              <a:buNone/>
            </a:pPr>
            <a:r>
              <a:rPr lang="en-US" dirty="0" smtClean="0">
                <a:latin typeface="Times New Roman" pitchFamily="18" charset="0"/>
                <a:cs typeface="Times New Roman" pitchFamily="18" charset="0"/>
              </a:rPr>
              <a:t>Hypercalcemia increases contractility of the heart.</a:t>
            </a:r>
          </a:p>
          <a:p>
            <a:pPr marL="0" indent="0">
              <a:buNone/>
            </a:pPr>
            <a:r>
              <a:rPr lang="en-US" b="1" u="sng" dirty="0" smtClean="0">
                <a:solidFill>
                  <a:srgbClr val="FF0000"/>
                </a:solidFill>
                <a:latin typeface="Times New Roman" pitchFamily="18" charset="0"/>
                <a:cs typeface="Times New Roman" pitchFamily="18" charset="0"/>
              </a:rPr>
              <a:t>9- Conductivity :</a:t>
            </a:r>
          </a:p>
          <a:p>
            <a:pPr marL="0" indent="0">
              <a:buNone/>
            </a:pPr>
            <a:r>
              <a:rPr lang="en-US" dirty="0" smtClean="0">
                <a:latin typeface="Times New Roman" pitchFamily="18" charset="0"/>
                <a:cs typeface="Times New Roman" pitchFamily="18" charset="0"/>
              </a:rPr>
              <a:t>Ability of CM to conduct impulses from point to anther point. </a:t>
            </a:r>
          </a:p>
        </p:txBody>
      </p:sp>
      <p:sp>
        <p:nvSpPr>
          <p:cNvPr id="4" name="Date Placeholder 3"/>
          <p:cNvSpPr>
            <a:spLocks noGrp="1"/>
          </p:cNvSpPr>
          <p:nvPr>
            <p:ph type="dt" sz="half" idx="10"/>
          </p:nvPr>
        </p:nvSpPr>
        <p:spPr/>
        <p:txBody>
          <a:bodyPr/>
          <a:lstStyle/>
          <a:p>
            <a:fld id="{21B2383A-2186-4FB9-834F-2B5AD6A67D39}" type="datetime1">
              <a:rPr lang="en-US" smtClean="0"/>
              <a:pPr/>
              <a:t>4/3/2021</a:t>
            </a:fld>
            <a:endParaRPr lang="en-US"/>
          </a:p>
        </p:txBody>
      </p:sp>
      <p:sp>
        <p:nvSpPr>
          <p:cNvPr id="5" name="Footer Placeholder 4"/>
          <p:cNvSpPr>
            <a:spLocks noGrp="1"/>
          </p:cNvSpPr>
          <p:nvPr>
            <p:ph type="ftr" sz="quarter" idx="11"/>
          </p:nvPr>
        </p:nvSpPr>
        <p:spPr/>
        <p:txBody>
          <a:bodyPr/>
          <a:lstStyle/>
          <a:p>
            <a:r>
              <a:rPr lang="en-US" smtClean="0"/>
              <a:t>Barakat                                                          2013                                          </a:t>
            </a:r>
            <a:endParaRPr lang="en-US"/>
          </a:p>
        </p:txBody>
      </p:sp>
      <p:sp>
        <p:nvSpPr>
          <p:cNvPr id="6" name="Slide Number Placeholder 5"/>
          <p:cNvSpPr>
            <a:spLocks noGrp="1"/>
          </p:cNvSpPr>
          <p:nvPr>
            <p:ph type="sldNum" sz="quarter" idx="12"/>
          </p:nvPr>
        </p:nvSpPr>
        <p:spPr/>
        <p:txBody>
          <a:bodyPr/>
          <a:lstStyle/>
          <a:p>
            <a:fld id="{58B93125-7DAE-4644-BEF2-9B71209DB05B}" type="slidenum">
              <a:rPr lang="en-US" smtClean="0"/>
              <a:pPr/>
              <a:t>16</a:t>
            </a:fld>
            <a:endParaRPr lang="en-US"/>
          </a:p>
        </p:txBody>
      </p:sp>
    </p:spTree>
    <p:extLst>
      <p:ext uri="{BB962C8B-B14F-4D97-AF65-F5344CB8AC3E}">
        <p14:creationId xmlns="" xmlns:p14="http://schemas.microsoft.com/office/powerpoint/2010/main" val="238845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The conductive system</a:t>
            </a:r>
            <a:endParaRPr lang="en-US" dirty="0"/>
          </a:p>
        </p:txBody>
      </p:sp>
      <p:sp>
        <p:nvSpPr>
          <p:cNvPr id="3" name="عنصر نائب للمحتوى 2"/>
          <p:cNvSpPr>
            <a:spLocks noGrp="1"/>
          </p:cNvSpPr>
          <p:nvPr>
            <p:ph idx="1"/>
          </p:nvPr>
        </p:nvSpPr>
        <p:spPr>
          <a:xfrm>
            <a:off x="914400" y="1295400"/>
            <a:ext cx="7772400" cy="5060160"/>
          </a:xfrm>
        </p:spPr>
        <p:txBody>
          <a:bodyPr>
            <a:normAutofit/>
          </a:bodyPr>
          <a:lstStyle/>
          <a:p>
            <a:r>
              <a:rPr lang="en-US" dirty="0" smtClean="0">
                <a:latin typeface="Centaur" pitchFamily="18" charset="0"/>
              </a:rPr>
              <a:t>Formed of cardiac muscle fibers that are less striated and lack definitive boundaries.  </a:t>
            </a:r>
          </a:p>
          <a:p>
            <a:pPr>
              <a:buFont typeface="Wingdings" pitchFamily="2" charset="2"/>
              <a:buChar char="Ø"/>
            </a:pPr>
            <a:r>
              <a:rPr lang="en-US" sz="3200" b="1" u="sng" dirty="0" smtClean="0">
                <a:latin typeface="Centaur" pitchFamily="18" charset="0"/>
              </a:rPr>
              <a:t>Consists of following structure:-</a:t>
            </a:r>
          </a:p>
          <a:p>
            <a:r>
              <a:rPr lang="en-US" dirty="0" smtClean="0">
                <a:latin typeface="Centaur" pitchFamily="18" charset="0"/>
              </a:rPr>
              <a:t>Sino-</a:t>
            </a:r>
            <a:r>
              <a:rPr lang="en-US" dirty="0" err="1" smtClean="0">
                <a:latin typeface="Centaur" pitchFamily="18" charset="0"/>
              </a:rPr>
              <a:t>atrial</a:t>
            </a:r>
            <a:r>
              <a:rPr lang="en-US" dirty="0" smtClean="0">
                <a:latin typeface="Centaur" pitchFamily="18" charset="0"/>
              </a:rPr>
              <a:t> node (SA node):</a:t>
            </a:r>
          </a:p>
          <a:p>
            <a:r>
              <a:rPr lang="en-US" dirty="0" err="1" smtClean="0">
                <a:latin typeface="Centaur" pitchFamily="18" charset="0"/>
              </a:rPr>
              <a:t>Atrio</a:t>
            </a:r>
            <a:r>
              <a:rPr lang="en-US" dirty="0" smtClean="0">
                <a:latin typeface="Centaur" pitchFamily="18" charset="0"/>
              </a:rPr>
              <a:t>-ventricular node (AV node):</a:t>
            </a:r>
          </a:p>
          <a:p>
            <a:r>
              <a:rPr lang="en-US" dirty="0" err="1" smtClean="0">
                <a:latin typeface="Centaur" pitchFamily="18" charset="0"/>
              </a:rPr>
              <a:t>Internodal</a:t>
            </a:r>
            <a:r>
              <a:rPr lang="en-US" dirty="0" smtClean="0">
                <a:latin typeface="Centaur" pitchFamily="18" charset="0"/>
              </a:rPr>
              <a:t> </a:t>
            </a:r>
            <a:r>
              <a:rPr lang="en-US" dirty="0" err="1" smtClean="0">
                <a:latin typeface="Centaur" pitchFamily="18" charset="0"/>
              </a:rPr>
              <a:t>atrial</a:t>
            </a:r>
            <a:r>
              <a:rPr lang="en-US" dirty="0" smtClean="0">
                <a:latin typeface="Centaur" pitchFamily="18" charset="0"/>
              </a:rPr>
              <a:t> pathways.</a:t>
            </a:r>
          </a:p>
          <a:p>
            <a:r>
              <a:rPr lang="en-US" dirty="0" smtClean="0">
                <a:latin typeface="Centaur" pitchFamily="18" charset="0"/>
              </a:rPr>
              <a:t>Bundle of His.</a:t>
            </a:r>
          </a:p>
          <a:p>
            <a:r>
              <a:rPr lang="en-US" dirty="0" smtClean="0">
                <a:latin typeface="Centaur" pitchFamily="18" charset="0"/>
              </a:rPr>
              <a:t>2 </a:t>
            </a:r>
            <a:r>
              <a:rPr lang="en-US" dirty="0" err="1" smtClean="0">
                <a:latin typeface="Centaur" pitchFamily="18" charset="0"/>
              </a:rPr>
              <a:t>budle</a:t>
            </a:r>
            <a:r>
              <a:rPr lang="en-US" dirty="0" smtClean="0">
                <a:latin typeface="Centaur" pitchFamily="18" charset="0"/>
              </a:rPr>
              <a:t> branches: </a:t>
            </a:r>
            <a:r>
              <a:rPr lang="en-US" dirty="0" err="1" smtClean="0">
                <a:latin typeface="Centaur" pitchFamily="18" charset="0"/>
              </a:rPr>
              <a:t>Rt</a:t>
            </a:r>
            <a:r>
              <a:rPr lang="en-US" dirty="0" smtClean="0">
                <a:latin typeface="Centaur" pitchFamily="18" charset="0"/>
              </a:rPr>
              <a:t> &amp; Lt.</a:t>
            </a:r>
          </a:p>
          <a:p>
            <a:r>
              <a:rPr lang="en-US" dirty="0" smtClean="0">
                <a:latin typeface="Centaur" pitchFamily="18" charset="0"/>
              </a:rPr>
              <a:t>Purkinje fibers.</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357166"/>
            <a:ext cx="7772400" cy="642942"/>
          </a:xfrm>
        </p:spPr>
        <p:txBody>
          <a:bodyPr>
            <a:normAutofit fontScale="90000"/>
          </a:bodyPr>
          <a:lstStyle/>
          <a:p>
            <a:r>
              <a:rPr lang="en-US" b="1" u="sng" dirty="0" smtClean="0">
                <a:solidFill>
                  <a:srgbClr val="FFFF00"/>
                </a:solidFill>
                <a:latin typeface="Centaur" pitchFamily="18" charset="0"/>
              </a:rPr>
              <a:t>Sino-</a:t>
            </a:r>
            <a:r>
              <a:rPr lang="en-US" b="1" u="sng" dirty="0" err="1" smtClean="0">
                <a:solidFill>
                  <a:srgbClr val="FFFF00"/>
                </a:solidFill>
                <a:latin typeface="Centaur" pitchFamily="18" charset="0"/>
              </a:rPr>
              <a:t>atrial</a:t>
            </a:r>
            <a:r>
              <a:rPr lang="en-US" b="1" u="sng" dirty="0" smtClean="0">
                <a:solidFill>
                  <a:srgbClr val="FFFF00"/>
                </a:solidFill>
                <a:latin typeface="Centaur" pitchFamily="18" charset="0"/>
              </a:rPr>
              <a:t> node (SA node):</a:t>
            </a:r>
            <a:br>
              <a:rPr lang="en-US" b="1" u="sng" dirty="0" smtClean="0">
                <a:solidFill>
                  <a:srgbClr val="FFFF00"/>
                </a:solidFill>
                <a:latin typeface="Centaur" pitchFamily="18" charset="0"/>
              </a:rPr>
            </a:br>
            <a:endParaRPr lang="en-US" dirty="0"/>
          </a:p>
        </p:txBody>
      </p:sp>
      <p:sp>
        <p:nvSpPr>
          <p:cNvPr id="3" name="Content Placeholder 2"/>
          <p:cNvSpPr>
            <a:spLocks noGrp="1"/>
          </p:cNvSpPr>
          <p:nvPr>
            <p:ph idx="1"/>
          </p:nvPr>
        </p:nvSpPr>
        <p:spPr>
          <a:xfrm>
            <a:off x="914400" y="1714488"/>
            <a:ext cx="7772400" cy="4786346"/>
          </a:xfrm>
        </p:spPr>
        <p:txBody>
          <a:bodyPr>
            <a:normAutofit fontScale="92500" lnSpcReduction="20000"/>
          </a:bodyPr>
          <a:lstStyle/>
          <a:p>
            <a:pPr>
              <a:buNone/>
            </a:pPr>
            <a:r>
              <a:rPr lang="en-US" dirty="0" smtClean="0">
                <a:latin typeface="Centaur" pitchFamily="18" charset="0"/>
              </a:rPr>
              <a:t>Found in the </a:t>
            </a:r>
            <a:r>
              <a:rPr lang="en-US" dirty="0" err="1" smtClean="0">
                <a:latin typeface="Centaur" pitchFamily="18" charset="0"/>
              </a:rPr>
              <a:t>Rt</a:t>
            </a:r>
            <a:r>
              <a:rPr lang="en-US" dirty="0" smtClean="0">
                <a:latin typeface="Centaur" pitchFamily="18" charset="0"/>
              </a:rPr>
              <a:t> atrium, at the opening of the SVC </a:t>
            </a:r>
          </a:p>
          <a:p>
            <a:pPr>
              <a:buNone/>
            </a:pPr>
            <a:r>
              <a:rPr lang="en-US" dirty="0" smtClean="0">
                <a:latin typeface="Centaur" pitchFamily="18" charset="0"/>
              </a:rPr>
              <a:t>• Can discharge action potential spontaneously </a:t>
            </a:r>
          </a:p>
          <a:p>
            <a:pPr>
              <a:buNone/>
            </a:pPr>
            <a:r>
              <a:rPr lang="en-US" dirty="0" smtClean="0">
                <a:latin typeface="Centaur" pitchFamily="18" charset="0"/>
              </a:rPr>
              <a:t>Supplied by sympathetic and parasympathetic neurons. The sympathetic neurons increase the rate of discharge whereas the parasympathetic neurons decrease the rate of discharge. </a:t>
            </a:r>
          </a:p>
          <a:p>
            <a:pPr>
              <a:buNone/>
            </a:pPr>
            <a:r>
              <a:rPr lang="en-US" b="1" dirty="0" smtClean="0">
                <a:solidFill>
                  <a:srgbClr val="FF0000"/>
                </a:solidFill>
                <a:latin typeface="Centaur" pitchFamily="18" charset="0"/>
              </a:rPr>
              <a:t>• Rate of discharge </a:t>
            </a:r>
          </a:p>
          <a:p>
            <a:pPr>
              <a:buNone/>
            </a:pPr>
            <a:r>
              <a:rPr lang="en-US" dirty="0" smtClean="0">
                <a:latin typeface="Centaur" pitchFamily="18" charset="0"/>
              </a:rPr>
              <a:t>• without </a:t>
            </a:r>
            <a:r>
              <a:rPr lang="en-US" dirty="0" err="1" smtClean="0">
                <a:latin typeface="Centaur" pitchFamily="18" charset="0"/>
              </a:rPr>
              <a:t>innervation</a:t>
            </a:r>
            <a:r>
              <a:rPr lang="en-US" dirty="0" smtClean="0">
                <a:latin typeface="Centaur" pitchFamily="18" charset="0"/>
              </a:rPr>
              <a:t> = 100/min </a:t>
            </a:r>
          </a:p>
          <a:p>
            <a:pPr>
              <a:buNone/>
            </a:pPr>
            <a:r>
              <a:rPr lang="sv-SE" dirty="0" smtClean="0">
                <a:latin typeface="Centaur" pitchFamily="18" charset="0"/>
              </a:rPr>
              <a:t>• with innervation (symp &amp; parasymp) = 70/min </a:t>
            </a:r>
          </a:p>
          <a:p>
            <a:pPr>
              <a:buNone/>
            </a:pPr>
            <a:r>
              <a:rPr lang="en-US" dirty="0" smtClean="0">
                <a:latin typeface="Centaur" pitchFamily="18" charset="0"/>
              </a:rPr>
              <a:t>• This indicates that the parasympathetic effect is more dominant than the sympathetic effect on the SA node.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smtClean="0">
                <a:latin typeface="Centaur" pitchFamily="18" charset="0"/>
              </a:rPr>
              <a:t>The rate of discharge of the SA node is faster than other parts in the heart. So, the SA node determines the heart rate, for this reason it is regarded as the </a:t>
            </a:r>
            <a:r>
              <a:rPr lang="en-US" sz="2800" b="1" i="1" dirty="0" smtClean="0">
                <a:solidFill>
                  <a:srgbClr val="FF0000"/>
                </a:solidFill>
                <a:latin typeface="Centaur" pitchFamily="18" charset="0"/>
              </a:rPr>
              <a:t>cardiac</a:t>
            </a:r>
            <a:r>
              <a:rPr lang="en-US" sz="2800" dirty="0" smtClean="0">
                <a:latin typeface="Centaur" pitchFamily="18" charset="0"/>
              </a:rPr>
              <a:t> </a:t>
            </a:r>
            <a:r>
              <a:rPr lang="en-US" sz="2800" b="1" i="1" dirty="0" smtClean="0">
                <a:solidFill>
                  <a:srgbClr val="FF0000"/>
                </a:solidFill>
                <a:latin typeface="Centaur" pitchFamily="18" charset="0"/>
              </a:rPr>
              <a:t>pacemaker</a:t>
            </a:r>
            <a:r>
              <a:rPr lang="en-US" sz="2800" dirty="0" smtClean="0">
                <a:latin typeface="Centaur" pitchFamily="18" charset="0"/>
              </a:rPr>
              <a:t>. </a:t>
            </a:r>
          </a:p>
          <a:p>
            <a:r>
              <a:rPr lang="en-US" sz="2800" dirty="0" smtClean="0">
                <a:latin typeface="Centaur" pitchFamily="18" charset="0"/>
              </a:rPr>
              <a:t> Its action potential is characterized by the </a:t>
            </a:r>
            <a:r>
              <a:rPr lang="en-US" sz="2800" dirty="0" err="1" smtClean="0">
                <a:latin typeface="Centaur" pitchFamily="18" charset="0"/>
              </a:rPr>
              <a:t>prepotential</a:t>
            </a:r>
            <a:r>
              <a:rPr lang="en-US" sz="2800" dirty="0" smtClean="0">
                <a:latin typeface="Centaur" pitchFamily="18" charset="0"/>
              </a:rPr>
              <a:t>, which is due to decreased K efflux. Depolarization is due to calcium influx.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559482"/>
          </a:xfrm>
        </p:spPr>
        <p:txBody>
          <a:bodyPr>
            <a:normAutofit fontScale="90000"/>
          </a:bodyPr>
          <a:lstStyle/>
          <a:p>
            <a:r>
              <a:rPr lang="en-US" dirty="0" err="1" smtClean="0">
                <a:solidFill>
                  <a:srgbClr val="FFFF00"/>
                </a:solidFill>
                <a:latin typeface="Centaur" pitchFamily="18" charset="0"/>
              </a:rPr>
              <a:t>Atrio</a:t>
            </a:r>
            <a:r>
              <a:rPr lang="en-US" dirty="0" smtClean="0">
                <a:solidFill>
                  <a:srgbClr val="FFFF00"/>
                </a:solidFill>
                <a:latin typeface="Centaur" pitchFamily="18" charset="0"/>
              </a:rPr>
              <a:t>-ventricular node </a:t>
            </a:r>
            <a:r>
              <a:rPr lang="en-US" dirty="0" smtClean="0">
                <a:latin typeface="Centaur" pitchFamily="18" charset="0"/>
              </a:rPr>
              <a:t>(AV node):</a:t>
            </a:r>
            <a:br>
              <a:rPr lang="en-US" dirty="0" smtClean="0">
                <a:latin typeface="Centaur" pitchFamily="18" charset="0"/>
              </a:rPr>
            </a:br>
            <a:endParaRPr lang="en-US" dirty="0"/>
          </a:p>
        </p:txBody>
      </p:sp>
      <p:sp>
        <p:nvSpPr>
          <p:cNvPr id="3" name="Content Placeholder 2"/>
          <p:cNvSpPr>
            <a:spLocks noGrp="1"/>
          </p:cNvSpPr>
          <p:nvPr>
            <p:ph idx="1"/>
          </p:nvPr>
        </p:nvSpPr>
        <p:spPr>
          <a:xfrm>
            <a:off x="714348" y="1500174"/>
            <a:ext cx="7772400" cy="5357826"/>
          </a:xfrm>
        </p:spPr>
        <p:txBody>
          <a:bodyPr>
            <a:normAutofit/>
          </a:bodyPr>
          <a:lstStyle/>
          <a:p>
            <a:r>
              <a:rPr lang="en-US" sz="3200" dirty="0" smtClean="0">
                <a:latin typeface="Centaur" pitchFamily="18" charset="0"/>
              </a:rPr>
              <a:t>Found in the </a:t>
            </a:r>
            <a:r>
              <a:rPr lang="en-US" sz="3200" dirty="0" err="1" smtClean="0">
                <a:latin typeface="Centaur" pitchFamily="18" charset="0"/>
              </a:rPr>
              <a:t>Rt</a:t>
            </a:r>
            <a:r>
              <a:rPr lang="en-US" sz="3200" dirty="0" smtClean="0">
                <a:latin typeface="Centaur" pitchFamily="18" charset="0"/>
              </a:rPr>
              <a:t> atrium on the right side of </a:t>
            </a:r>
            <a:r>
              <a:rPr lang="en-US" sz="3200" dirty="0" err="1" smtClean="0">
                <a:latin typeface="Centaur" pitchFamily="18" charset="0"/>
              </a:rPr>
              <a:t>interatrial</a:t>
            </a:r>
            <a:r>
              <a:rPr lang="en-US" sz="3200" dirty="0" smtClean="0">
                <a:latin typeface="Centaur" pitchFamily="18" charset="0"/>
              </a:rPr>
              <a:t> septum, above the fibrous ring. </a:t>
            </a:r>
          </a:p>
          <a:p>
            <a:r>
              <a:rPr lang="en-US" sz="3200" dirty="0" smtClean="0">
                <a:latin typeface="Centaur" pitchFamily="18" charset="0"/>
              </a:rPr>
              <a:t>Delays conduction from atria to ventricles (Its muscle fibers have lower number of gap junctions and less diameter than the SA node). </a:t>
            </a:r>
          </a:p>
          <a:p>
            <a:r>
              <a:rPr lang="en-US" sz="3200" dirty="0" smtClean="0">
                <a:latin typeface="Centaur" pitchFamily="18" charset="0"/>
              </a:rPr>
              <a:t>This allows </a:t>
            </a:r>
            <a:r>
              <a:rPr lang="en-US" sz="3200" dirty="0" err="1" smtClean="0">
                <a:latin typeface="Centaur" pitchFamily="18" charset="0"/>
              </a:rPr>
              <a:t>atrial</a:t>
            </a:r>
            <a:r>
              <a:rPr lang="en-US" sz="3200" dirty="0" smtClean="0">
                <a:latin typeface="Centaur" pitchFamily="18" charset="0"/>
              </a:rPr>
              <a:t> contraction to precede ventricular contraction and therefore completes ventricular filling</a:t>
            </a:r>
            <a:r>
              <a:rPr lang="en-US" dirty="0" smtClean="0"/>
              <a:t>. </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6" name="Picture 4" descr="07_07a"/>
          <p:cNvPicPr>
            <a:picLocks noChangeAspect="1" noChangeArrowheads="1"/>
          </p:cNvPicPr>
          <p:nvPr/>
        </p:nvPicPr>
        <p:blipFill>
          <a:blip r:embed="rId2" cstate="print"/>
          <a:srcRect/>
          <a:stretch>
            <a:fillRect/>
          </a:stretch>
        </p:blipFill>
        <p:spPr bwMode="auto">
          <a:xfrm>
            <a:off x="38100" y="28575"/>
            <a:ext cx="9067800" cy="6800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title"/>
          </p:nvPr>
        </p:nvSpPr>
        <p:spPr>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p:spPr>
        <p:txBody>
          <a:bodyPr/>
          <a:lstStyle/>
          <a:p>
            <a:r>
              <a:rPr lang="en-US" b="1"/>
              <a:t>Cardiac Conduction System</a:t>
            </a:r>
          </a:p>
        </p:txBody>
      </p:sp>
      <p:pic>
        <p:nvPicPr>
          <p:cNvPr id="20486" name="Picture 6" descr="15_20"/>
          <p:cNvPicPr>
            <a:picLocks noChangeAspect="1" noChangeArrowheads="1"/>
          </p:cNvPicPr>
          <p:nvPr/>
        </p:nvPicPr>
        <p:blipFill>
          <a:blip r:embed="rId2" cstate="print"/>
          <a:srcRect/>
          <a:stretch>
            <a:fillRect/>
          </a:stretch>
        </p:blipFill>
        <p:spPr bwMode="auto">
          <a:xfrm>
            <a:off x="609600" y="1524000"/>
            <a:ext cx="8153400" cy="5105400"/>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4" name="Rectangle 4"/>
          <p:cNvSpPr>
            <a:spLocks noGrp="1" noRot="1" noChangeArrowheads="1"/>
          </p:cNvSpPr>
          <p:nvPr>
            <p:ph type="title"/>
          </p:nvPr>
        </p:nvSpPr>
        <p:spPr/>
        <p:txBody>
          <a:bodyPr/>
          <a:lstStyle/>
          <a:p>
            <a:pPr eaLnBrk="1" fontAlgn="auto" hangingPunct="1">
              <a:spcAft>
                <a:spcPts val="0"/>
              </a:spcAft>
              <a:defRPr/>
            </a:pPr>
            <a:r>
              <a:rPr lang="en-GB" smtClean="0"/>
              <a:t> </a:t>
            </a:r>
          </a:p>
        </p:txBody>
      </p:sp>
      <p:pic>
        <p:nvPicPr>
          <p:cNvPr id="84995" name="Picture 6" descr="2[2]"/>
          <p:cNvPicPr>
            <a:picLocks noGrp="1" noChangeAspect="1" noChangeArrowheads="1" noCrop="1"/>
          </p:cNvPicPr>
          <p:nvPr>
            <p:ph idx="1"/>
          </p:nvPr>
        </p:nvPicPr>
        <p:blipFill>
          <a:blip r:embed="rId2">
            <a:extLst>
              <a:ext uri="{28A0092B-C50C-407E-A947-70E740481C1C}">
                <a14:useLocalDpi xmlns:a14="http://schemas.microsoft.com/office/drawing/2010/main" xmlns="" val="0"/>
              </a:ext>
            </a:extLst>
          </a:blip>
          <a:srcRect/>
          <a:stretch>
            <a:fillRect/>
          </a:stretch>
        </p:blipFill>
        <p:spPr>
          <a:xfrm>
            <a:off x="250825" y="188913"/>
            <a:ext cx="4506913" cy="2808287"/>
          </a:xfrm>
          <a:noFill/>
        </p:spPr>
      </p:pic>
      <p:pic>
        <p:nvPicPr>
          <p:cNvPr id="84996" name="Picture 7" descr="38[1]"/>
          <p:cNvPicPr>
            <a:picLocks noChangeAspect="1" noChangeArrowheads="1" noCrop="1"/>
          </p:cNvPicPr>
          <p:nvPr/>
        </p:nvPicPr>
        <p:blipFill>
          <a:blip r:embed="rId3">
            <a:extLst>
              <a:ext uri="{28A0092B-C50C-407E-A947-70E740481C1C}">
                <a14:useLocalDpi xmlns:a14="http://schemas.microsoft.com/office/drawing/2010/main" xmlns="" val="0"/>
              </a:ext>
            </a:extLst>
          </a:blip>
          <a:srcRect/>
          <a:stretch>
            <a:fillRect/>
          </a:stretch>
        </p:blipFill>
        <p:spPr bwMode="auto">
          <a:xfrm>
            <a:off x="3887788" y="2060575"/>
            <a:ext cx="5256212" cy="4797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eneric">
  <a:themeElements>
    <a:clrScheme name="Generic 1">
      <a:dk1>
        <a:srgbClr val="800000"/>
      </a:dk1>
      <a:lt1>
        <a:srgbClr val="FFFFFF"/>
      </a:lt1>
      <a:dk2>
        <a:srgbClr val="000000"/>
      </a:dk2>
      <a:lt2>
        <a:srgbClr val="FFFFCC"/>
      </a:lt2>
      <a:accent1>
        <a:srgbClr val="777777"/>
      </a:accent1>
      <a:accent2>
        <a:srgbClr val="0033CC"/>
      </a:accent2>
      <a:accent3>
        <a:srgbClr val="AAAAAA"/>
      </a:accent3>
      <a:accent4>
        <a:srgbClr val="DADADA"/>
      </a:accent4>
      <a:accent5>
        <a:srgbClr val="BDBDBD"/>
      </a:accent5>
      <a:accent6>
        <a:srgbClr val="002DB9"/>
      </a:accent6>
      <a:hlink>
        <a:srgbClr val="800000"/>
      </a:hlink>
      <a:folHlink>
        <a:srgbClr val="660066"/>
      </a:folHlink>
    </a:clrScheme>
    <a:fontScheme name="Generic">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Generic 1">
        <a:dk1>
          <a:srgbClr val="800000"/>
        </a:dk1>
        <a:lt1>
          <a:srgbClr val="FFFFFF"/>
        </a:lt1>
        <a:dk2>
          <a:srgbClr val="000000"/>
        </a:dk2>
        <a:lt2>
          <a:srgbClr val="FFFFCC"/>
        </a:lt2>
        <a:accent1>
          <a:srgbClr val="777777"/>
        </a:accent1>
        <a:accent2>
          <a:srgbClr val="0033CC"/>
        </a:accent2>
        <a:accent3>
          <a:srgbClr val="AAAAAA"/>
        </a:accent3>
        <a:accent4>
          <a:srgbClr val="DADADA"/>
        </a:accent4>
        <a:accent5>
          <a:srgbClr val="BDBDBD"/>
        </a:accent5>
        <a:accent6>
          <a:srgbClr val="002DB9"/>
        </a:accent6>
        <a:hlink>
          <a:srgbClr val="800000"/>
        </a:hlink>
        <a:folHlink>
          <a:srgbClr val="660066"/>
        </a:folHlink>
      </a:clrScheme>
      <a:clrMap bg1="dk2" tx1="lt1" bg2="dk1" tx2="lt2" accent1="accent1" accent2="accent2" accent3="accent3" accent4="accent4" accent5="accent5" accent6="accent6" hlink="hlink" folHlink="folHlink"/>
    </a:extraClrScheme>
    <a:extraClrScheme>
      <a:clrScheme name="Generic 2">
        <a:dk1>
          <a:srgbClr val="009999"/>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clrMap bg1="lt1" tx1="dk1" bg2="lt2" tx2="dk2" accent1="accent1" accent2="accent2" accent3="accent3" accent4="accent4" accent5="accent5" accent6="accent6" hlink="hlink" folHlink="folHlink"/>
    </a:extraClrScheme>
    <a:extraClrScheme>
      <a:clrScheme name="Generic 3">
        <a:dk1>
          <a:srgbClr val="000000"/>
        </a:dk1>
        <a:lt1>
          <a:srgbClr val="FFFFFF"/>
        </a:lt1>
        <a:dk2>
          <a:srgbClr val="000000"/>
        </a:dk2>
        <a:lt2>
          <a:srgbClr val="CBCBCB"/>
        </a:lt2>
        <a:accent1>
          <a:srgbClr val="C0C0C0"/>
        </a:accent1>
        <a:accent2>
          <a:srgbClr val="DDDDDD"/>
        </a:accent2>
        <a:accent3>
          <a:srgbClr val="FFFFFF"/>
        </a:accent3>
        <a:accent4>
          <a:srgbClr val="000000"/>
        </a:accent4>
        <a:accent5>
          <a:srgbClr val="DCDCDC"/>
        </a:accent5>
        <a:accent6>
          <a:srgbClr val="C8C8C8"/>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429</TotalTime>
  <Words>662</Words>
  <Application>Microsoft Office PowerPoint</Application>
  <PresentationFormat>On-screen Show (4:3)</PresentationFormat>
  <Paragraphs>116</Paragraphs>
  <Slides>23</Slides>
  <Notes>0</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Generic</vt:lpstr>
      <vt:lpstr>Module</vt:lpstr>
      <vt:lpstr>Slide 1</vt:lpstr>
      <vt:lpstr>Slide 2</vt:lpstr>
      <vt:lpstr>Slide 3</vt:lpstr>
      <vt:lpstr>Slide 4</vt:lpstr>
      <vt:lpstr>Cardiac muscle</vt:lpstr>
      <vt:lpstr>Properties of the cardiac muscle</vt:lpstr>
      <vt:lpstr>Properties of the cardiac muscle</vt:lpstr>
      <vt:lpstr>Slide 8</vt:lpstr>
      <vt:lpstr>Slide 9</vt:lpstr>
      <vt:lpstr>Slide 10</vt:lpstr>
      <vt:lpstr>Slide 11</vt:lpstr>
      <vt:lpstr>Slide 12</vt:lpstr>
      <vt:lpstr>Slide 13</vt:lpstr>
      <vt:lpstr>Slide 14</vt:lpstr>
      <vt:lpstr>Slide 15</vt:lpstr>
      <vt:lpstr>Slide 16</vt:lpstr>
      <vt:lpstr>The conductive system</vt:lpstr>
      <vt:lpstr>Sino-atrial node (SA node): </vt:lpstr>
      <vt:lpstr>Slide 19</vt:lpstr>
      <vt:lpstr>Atrio-ventricular node (AV node): </vt:lpstr>
      <vt:lpstr>Slide 21</vt:lpstr>
      <vt:lpstr>Cardiac Conduction System</vt:lpstr>
      <vt:lpstr>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barkat</dc:creator>
  <cp:lastModifiedBy>Napta</cp:lastModifiedBy>
  <cp:revision>35</cp:revision>
  <dcterms:created xsi:type="dcterms:W3CDTF">2014-03-03T09:03:13Z</dcterms:created>
  <dcterms:modified xsi:type="dcterms:W3CDTF">2021-04-03T10:39:45Z</dcterms:modified>
</cp:coreProperties>
</file>
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5" r:id="rId19"/>
    <p:sldId id="276" r:id="rId20"/>
    <p:sldId id="34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B6CF0E-FD6E-45CA-AE92-2483D4DB3364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48FA7265-6C4D-473F-A7F3-43FA0321FC0A}">
      <dgm:prSet phldrT="[Text]"/>
      <dgm:spPr/>
      <dgm:t>
        <a:bodyPr/>
        <a:lstStyle/>
        <a:p>
          <a:r>
            <a:rPr lang="en-GB" dirty="0"/>
            <a:t>Thank you</a:t>
          </a:r>
          <a:endParaRPr lang="en-US" dirty="0"/>
        </a:p>
      </dgm:t>
    </dgm:pt>
    <dgm:pt modelId="{F5A791EE-9F0C-465B-BA5B-8F27B6D6B830}" type="parTrans" cxnId="{E88F3D11-87E4-4817-9CE0-85FBC6335F20}">
      <dgm:prSet/>
      <dgm:spPr/>
      <dgm:t>
        <a:bodyPr/>
        <a:lstStyle/>
        <a:p>
          <a:endParaRPr lang="en-US"/>
        </a:p>
      </dgm:t>
    </dgm:pt>
    <dgm:pt modelId="{B1AD69CB-67B9-4D12-B8EA-A00A9E414750}" type="sibTrans" cxnId="{E88F3D11-87E4-4817-9CE0-85FBC6335F20}">
      <dgm:prSet/>
      <dgm:spPr/>
      <dgm:t>
        <a:bodyPr/>
        <a:lstStyle/>
        <a:p>
          <a:endParaRPr lang="en-US"/>
        </a:p>
      </dgm:t>
    </dgm:pt>
    <dgm:pt modelId="{7DFEC152-15B3-402F-B049-D016BF89D506}">
      <dgm:prSet phldrT="[Text]"/>
      <dgm:spPr/>
      <dgm:t>
        <a:bodyPr/>
        <a:lstStyle/>
        <a:p>
          <a:r>
            <a:rPr lang="en-GB" dirty="0"/>
            <a:t>Merci</a:t>
          </a:r>
          <a:endParaRPr lang="en-US" dirty="0"/>
        </a:p>
      </dgm:t>
    </dgm:pt>
    <dgm:pt modelId="{25D3C918-0C9D-46D2-A20B-193C31B6F70B}" type="parTrans" cxnId="{5DA8FA7A-50BF-4F41-A096-6A70E2002E8B}">
      <dgm:prSet/>
      <dgm:spPr/>
      <dgm:t>
        <a:bodyPr/>
        <a:lstStyle/>
        <a:p>
          <a:endParaRPr lang="en-US"/>
        </a:p>
      </dgm:t>
    </dgm:pt>
    <dgm:pt modelId="{B8BB032F-4F00-4D04-A9A9-E12D6D316F6C}" type="sibTrans" cxnId="{5DA8FA7A-50BF-4F41-A096-6A70E2002E8B}">
      <dgm:prSet/>
      <dgm:spPr/>
      <dgm:t>
        <a:bodyPr/>
        <a:lstStyle/>
        <a:p>
          <a:endParaRPr lang="en-US"/>
        </a:p>
      </dgm:t>
    </dgm:pt>
    <dgm:pt modelId="{7FEBC28B-4BF9-4D8F-B8AA-0FEA8B4D251B}">
      <dgm:prSet phldrT="[Text]"/>
      <dgm:spPr/>
      <dgm:t>
        <a:bodyPr/>
        <a:lstStyle/>
        <a:p>
          <a:r>
            <a:rPr lang="en-GB" dirty="0"/>
            <a:t>Grazi</a:t>
          </a:r>
          <a:endParaRPr lang="en-US" dirty="0"/>
        </a:p>
      </dgm:t>
    </dgm:pt>
    <dgm:pt modelId="{17D616BB-B173-42A5-B314-2A0D36334B6F}" type="parTrans" cxnId="{3251A3EE-A8CC-4A79-83A7-5F6FA8C981BE}">
      <dgm:prSet/>
      <dgm:spPr/>
      <dgm:t>
        <a:bodyPr/>
        <a:lstStyle/>
        <a:p>
          <a:endParaRPr lang="en-US"/>
        </a:p>
      </dgm:t>
    </dgm:pt>
    <dgm:pt modelId="{5663F0B3-FC20-404D-A75B-8FED9E85D965}" type="sibTrans" cxnId="{3251A3EE-A8CC-4A79-83A7-5F6FA8C981BE}">
      <dgm:prSet/>
      <dgm:spPr/>
      <dgm:t>
        <a:bodyPr/>
        <a:lstStyle/>
        <a:p>
          <a:endParaRPr lang="en-US"/>
        </a:p>
      </dgm:t>
    </dgm:pt>
    <dgm:pt modelId="{DF4CCDBA-F4CE-4BD8-8D5C-DB8BF2DD7822}" type="pres">
      <dgm:prSet presAssocID="{76B6CF0E-FD6E-45CA-AE92-2483D4DB3364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2EA8059B-4EF3-4BC2-98AF-C383E087A67C}" type="pres">
      <dgm:prSet presAssocID="{48FA7265-6C4D-473F-A7F3-43FA0321FC0A}" presName="gear1" presStyleLbl="node1" presStyleIdx="0" presStyleCnt="3" custLinFactNeighborX="-1274" custLinFactNeighborY="-275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287EDC-0F9B-404C-BE42-2D67B3C79BAE}" type="pres">
      <dgm:prSet presAssocID="{48FA7265-6C4D-473F-A7F3-43FA0321FC0A}" presName="gear1srcNode" presStyleLbl="node1" presStyleIdx="0" presStyleCnt="3"/>
      <dgm:spPr/>
      <dgm:t>
        <a:bodyPr/>
        <a:lstStyle/>
        <a:p>
          <a:endParaRPr lang="en-US"/>
        </a:p>
      </dgm:t>
    </dgm:pt>
    <dgm:pt modelId="{FA0D3AAE-724D-4213-A2E0-BADF4603C9FB}" type="pres">
      <dgm:prSet presAssocID="{48FA7265-6C4D-473F-A7F3-43FA0321FC0A}" presName="gear1dstNode" presStyleLbl="node1" presStyleIdx="0" presStyleCnt="3"/>
      <dgm:spPr/>
      <dgm:t>
        <a:bodyPr/>
        <a:lstStyle/>
        <a:p>
          <a:endParaRPr lang="en-US"/>
        </a:p>
      </dgm:t>
    </dgm:pt>
    <dgm:pt modelId="{A15D8449-386A-4202-B190-93C8909C1886}" type="pres">
      <dgm:prSet presAssocID="{7DFEC152-15B3-402F-B049-D016BF89D506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E8665B-2F73-4923-9B28-BADE314FC877}" type="pres">
      <dgm:prSet presAssocID="{7DFEC152-15B3-402F-B049-D016BF89D506}" presName="gear2srcNode" presStyleLbl="node1" presStyleIdx="1" presStyleCnt="3"/>
      <dgm:spPr/>
      <dgm:t>
        <a:bodyPr/>
        <a:lstStyle/>
        <a:p>
          <a:endParaRPr lang="en-US"/>
        </a:p>
      </dgm:t>
    </dgm:pt>
    <dgm:pt modelId="{457092A8-5040-45A8-9118-F4ADE062E1AA}" type="pres">
      <dgm:prSet presAssocID="{7DFEC152-15B3-402F-B049-D016BF89D506}" presName="gear2dstNode" presStyleLbl="node1" presStyleIdx="1" presStyleCnt="3"/>
      <dgm:spPr/>
      <dgm:t>
        <a:bodyPr/>
        <a:lstStyle/>
        <a:p>
          <a:endParaRPr lang="en-US"/>
        </a:p>
      </dgm:t>
    </dgm:pt>
    <dgm:pt modelId="{34461DC3-F9B8-4561-B196-E6665A97E937}" type="pres">
      <dgm:prSet presAssocID="{7FEBC28B-4BF9-4D8F-B8AA-0FEA8B4D251B}" presName="gear3" presStyleLbl="node1" presStyleIdx="2" presStyleCnt="3"/>
      <dgm:spPr/>
      <dgm:t>
        <a:bodyPr/>
        <a:lstStyle/>
        <a:p>
          <a:endParaRPr lang="en-US"/>
        </a:p>
      </dgm:t>
    </dgm:pt>
    <dgm:pt modelId="{16E97A0A-9A51-4314-9670-FE9B57B9916F}" type="pres">
      <dgm:prSet presAssocID="{7FEBC28B-4BF9-4D8F-B8AA-0FEA8B4D251B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0AFD58-B9F2-4149-A118-A62A03E145F3}" type="pres">
      <dgm:prSet presAssocID="{7FEBC28B-4BF9-4D8F-B8AA-0FEA8B4D251B}" presName="gear3srcNode" presStyleLbl="node1" presStyleIdx="2" presStyleCnt="3"/>
      <dgm:spPr/>
      <dgm:t>
        <a:bodyPr/>
        <a:lstStyle/>
        <a:p>
          <a:endParaRPr lang="en-US"/>
        </a:p>
      </dgm:t>
    </dgm:pt>
    <dgm:pt modelId="{B46BED32-6532-4738-9080-7D6CDA8227E1}" type="pres">
      <dgm:prSet presAssocID="{7FEBC28B-4BF9-4D8F-B8AA-0FEA8B4D251B}" presName="gear3dstNode" presStyleLbl="node1" presStyleIdx="2" presStyleCnt="3"/>
      <dgm:spPr/>
      <dgm:t>
        <a:bodyPr/>
        <a:lstStyle/>
        <a:p>
          <a:endParaRPr lang="en-US"/>
        </a:p>
      </dgm:t>
    </dgm:pt>
    <dgm:pt modelId="{A42E984F-1E72-49C6-A1E6-9043A7B5436D}" type="pres">
      <dgm:prSet presAssocID="{B1AD69CB-67B9-4D12-B8EA-A00A9E414750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E4709B9F-701C-4646-A532-75E77AF96358}" type="pres">
      <dgm:prSet presAssocID="{B8BB032F-4F00-4D04-A9A9-E12D6D316F6C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E82C0A3A-1E1C-4A93-9D63-2C0AC1ABFEBB}" type="pres">
      <dgm:prSet presAssocID="{5663F0B3-FC20-404D-A75B-8FED9E85D965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CB902F70-F314-4A08-98B0-BA4A59DFCABB}" type="presOf" srcId="{B1AD69CB-67B9-4D12-B8EA-A00A9E414750}" destId="{A42E984F-1E72-49C6-A1E6-9043A7B5436D}" srcOrd="0" destOrd="0" presId="urn:microsoft.com/office/officeart/2005/8/layout/gear1"/>
    <dgm:cxn modelId="{60DAF482-DFB5-4AC9-BEF5-DF51DF3549C2}" type="presOf" srcId="{5663F0B3-FC20-404D-A75B-8FED9E85D965}" destId="{E82C0A3A-1E1C-4A93-9D63-2C0AC1ABFEBB}" srcOrd="0" destOrd="0" presId="urn:microsoft.com/office/officeart/2005/8/layout/gear1"/>
    <dgm:cxn modelId="{081EEB1F-56C4-4EE6-A4F4-6A01D889002A}" type="presOf" srcId="{76B6CF0E-FD6E-45CA-AE92-2483D4DB3364}" destId="{DF4CCDBA-F4CE-4BD8-8D5C-DB8BF2DD7822}" srcOrd="0" destOrd="0" presId="urn:microsoft.com/office/officeart/2005/8/layout/gear1"/>
    <dgm:cxn modelId="{3251A3EE-A8CC-4A79-83A7-5F6FA8C981BE}" srcId="{76B6CF0E-FD6E-45CA-AE92-2483D4DB3364}" destId="{7FEBC28B-4BF9-4D8F-B8AA-0FEA8B4D251B}" srcOrd="2" destOrd="0" parTransId="{17D616BB-B173-42A5-B314-2A0D36334B6F}" sibTransId="{5663F0B3-FC20-404D-A75B-8FED9E85D965}"/>
    <dgm:cxn modelId="{2ACBC5E9-32DE-46EF-800F-A0D58F619019}" type="presOf" srcId="{48FA7265-6C4D-473F-A7F3-43FA0321FC0A}" destId="{E9287EDC-0F9B-404C-BE42-2D67B3C79BAE}" srcOrd="1" destOrd="0" presId="urn:microsoft.com/office/officeart/2005/8/layout/gear1"/>
    <dgm:cxn modelId="{078270F9-7F07-4786-A324-EA55D5FDD639}" type="presOf" srcId="{48FA7265-6C4D-473F-A7F3-43FA0321FC0A}" destId="{FA0D3AAE-724D-4213-A2E0-BADF4603C9FB}" srcOrd="2" destOrd="0" presId="urn:microsoft.com/office/officeart/2005/8/layout/gear1"/>
    <dgm:cxn modelId="{617EED1F-8FCB-48CE-B7FB-68E219994B18}" type="presOf" srcId="{7DFEC152-15B3-402F-B049-D016BF89D506}" destId="{457092A8-5040-45A8-9118-F4ADE062E1AA}" srcOrd="2" destOrd="0" presId="urn:microsoft.com/office/officeart/2005/8/layout/gear1"/>
    <dgm:cxn modelId="{43CB6E5B-79ED-4310-9755-B56C2A3F62B4}" type="presOf" srcId="{7FEBC28B-4BF9-4D8F-B8AA-0FEA8B4D251B}" destId="{B46BED32-6532-4738-9080-7D6CDA8227E1}" srcOrd="3" destOrd="0" presId="urn:microsoft.com/office/officeart/2005/8/layout/gear1"/>
    <dgm:cxn modelId="{EBBCE1B4-0BF9-4138-B5CF-6CC4BF05BBA0}" type="presOf" srcId="{7DFEC152-15B3-402F-B049-D016BF89D506}" destId="{91E8665B-2F73-4923-9B28-BADE314FC877}" srcOrd="1" destOrd="0" presId="urn:microsoft.com/office/officeart/2005/8/layout/gear1"/>
    <dgm:cxn modelId="{5DA8FA7A-50BF-4F41-A096-6A70E2002E8B}" srcId="{76B6CF0E-FD6E-45CA-AE92-2483D4DB3364}" destId="{7DFEC152-15B3-402F-B049-D016BF89D506}" srcOrd="1" destOrd="0" parTransId="{25D3C918-0C9D-46D2-A20B-193C31B6F70B}" sibTransId="{B8BB032F-4F00-4D04-A9A9-E12D6D316F6C}"/>
    <dgm:cxn modelId="{010052C3-E329-40DA-9638-E1D88D2CC5FA}" type="presOf" srcId="{7FEBC28B-4BF9-4D8F-B8AA-0FEA8B4D251B}" destId="{16E97A0A-9A51-4314-9670-FE9B57B9916F}" srcOrd="1" destOrd="0" presId="urn:microsoft.com/office/officeart/2005/8/layout/gear1"/>
    <dgm:cxn modelId="{65973AAE-004C-44EA-9683-20C79DEF68E4}" type="presOf" srcId="{48FA7265-6C4D-473F-A7F3-43FA0321FC0A}" destId="{2EA8059B-4EF3-4BC2-98AF-C383E087A67C}" srcOrd="0" destOrd="0" presId="urn:microsoft.com/office/officeart/2005/8/layout/gear1"/>
    <dgm:cxn modelId="{B1372C97-8472-411E-897A-4CB13D589040}" type="presOf" srcId="{7FEBC28B-4BF9-4D8F-B8AA-0FEA8B4D251B}" destId="{930AFD58-B9F2-4149-A118-A62A03E145F3}" srcOrd="2" destOrd="0" presId="urn:microsoft.com/office/officeart/2005/8/layout/gear1"/>
    <dgm:cxn modelId="{E88F3D11-87E4-4817-9CE0-85FBC6335F20}" srcId="{76B6CF0E-FD6E-45CA-AE92-2483D4DB3364}" destId="{48FA7265-6C4D-473F-A7F3-43FA0321FC0A}" srcOrd="0" destOrd="0" parTransId="{F5A791EE-9F0C-465B-BA5B-8F27B6D6B830}" sibTransId="{B1AD69CB-67B9-4D12-B8EA-A00A9E414750}"/>
    <dgm:cxn modelId="{E56C0EFF-0728-4937-B76F-B7BB8BF3ACC9}" type="presOf" srcId="{7DFEC152-15B3-402F-B049-D016BF89D506}" destId="{A15D8449-386A-4202-B190-93C8909C1886}" srcOrd="0" destOrd="0" presId="urn:microsoft.com/office/officeart/2005/8/layout/gear1"/>
    <dgm:cxn modelId="{1F7E8C8E-DE20-4327-BF33-0F176B291FCA}" type="presOf" srcId="{B8BB032F-4F00-4D04-A9A9-E12D6D316F6C}" destId="{E4709B9F-701C-4646-A532-75E77AF96358}" srcOrd="0" destOrd="0" presId="urn:microsoft.com/office/officeart/2005/8/layout/gear1"/>
    <dgm:cxn modelId="{8FE4387D-023F-4343-9619-039C810C4F53}" type="presOf" srcId="{7FEBC28B-4BF9-4D8F-B8AA-0FEA8B4D251B}" destId="{34461DC3-F9B8-4561-B196-E6665A97E937}" srcOrd="0" destOrd="0" presId="urn:microsoft.com/office/officeart/2005/8/layout/gear1"/>
    <dgm:cxn modelId="{1324CB17-4926-4CB1-9281-98A04F49236C}" type="presParOf" srcId="{DF4CCDBA-F4CE-4BD8-8D5C-DB8BF2DD7822}" destId="{2EA8059B-4EF3-4BC2-98AF-C383E087A67C}" srcOrd="0" destOrd="0" presId="urn:microsoft.com/office/officeart/2005/8/layout/gear1"/>
    <dgm:cxn modelId="{56E62C46-CF15-4559-AE1B-C8F3ADA48089}" type="presParOf" srcId="{DF4CCDBA-F4CE-4BD8-8D5C-DB8BF2DD7822}" destId="{E9287EDC-0F9B-404C-BE42-2D67B3C79BAE}" srcOrd="1" destOrd="0" presId="urn:microsoft.com/office/officeart/2005/8/layout/gear1"/>
    <dgm:cxn modelId="{6273E27B-8F68-4692-B4F8-1E792F9A4754}" type="presParOf" srcId="{DF4CCDBA-F4CE-4BD8-8D5C-DB8BF2DD7822}" destId="{FA0D3AAE-724D-4213-A2E0-BADF4603C9FB}" srcOrd="2" destOrd="0" presId="urn:microsoft.com/office/officeart/2005/8/layout/gear1"/>
    <dgm:cxn modelId="{25C81812-AB06-4FC9-8506-E9F30289A1A3}" type="presParOf" srcId="{DF4CCDBA-F4CE-4BD8-8D5C-DB8BF2DD7822}" destId="{A15D8449-386A-4202-B190-93C8909C1886}" srcOrd="3" destOrd="0" presId="urn:microsoft.com/office/officeart/2005/8/layout/gear1"/>
    <dgm:cxn modelId="{786A7FB5-0BD2-484C-85DF-9B61B34BCBD9}" type="presParOf" srcId="{DF4CCDBA-F4CE-4BD8-8D5C-DB8BF2DD7822}" destId="{91E8665B-2F73-4923-9B28-BADE314FC877}" srcOrd="4" destOrd="0" presId="urn:microsoft.com/office/officeart/2005/8/layout/gear1"/>
    <dgm:cxn modelId="{2E9824AE-012E-4707-8D00-1A0352269011}" type="presParOf" srcId="{DF4CCDBA-F4CE-4BD8-8D5C-DB8BF2DD7822}" destId="{457092A8-5040-45A8-9118-F4ADE062E1AA}" srcOrd="5" destOrd="0" presId="urn:microsoft.com/office/officeart/2005/8/layout/gear1"/>
    <dgm:cxn modelId="{FBA11DB3-111E-4009-A1BC-0198B80A3AA9}" type="presParOf" srcId="{DF4CCDBA-F4CE-4BD8-8D5C-DB8BF2DD7822}" destId="{34461DC3-F9B8-4561-B196-E6665A97E937}" srcOrd="6" destOrd="0" presId="urn:microsoft.com/office/officeart/2005/8/layout/gear1"/>
    <dgm:cxn modelId="{31426B71-3995-40B4-99C4-5256032202DF}" type="presParOf" srcId="{DF4CCDBA-F4CE-4BD8-8D5C-DB8BF2DD7822}" destId="{16E97A0A-9A51-4314-9670-FE9B57B9916F}" srcOrd="7" destOrd="0" presId="urn:microsoft.com/office/officeart/2005/8/layout/gear1"/>
    <dgm:cxn modelId="{0392B57B-C632-4709-B6DC-151BA9863012}" type="presParOf" srcId="{DF4CCDBA-F4CE-4BD8-8D5C-DB8BF2DD7822}" destId="{930AFD58-B9F2-4149-A118-A62A03E145F3}" srcOrd="8" destOrd="0" presId="urn:microsoft.com/office/officeart/2005/8/layout/gear1"/>
    <dgm:cxn modelId="{1DEBE114-564E-4260-BA21-62DED155B39E}" type="presParOf" srcId="{DF4CCDBA-F4CE-4BD8-8D5C-DB8BF2DD7822}" destId="{B46BED32-6532-4738-9080-7D6CDA8227E1}" srcOrd="9" destOrd="0" presId="urn:microsoft.com/office/officeart/2005/8/layout/gear1"/>
    <dgm:cxn modelId="{B14066D2-CE0B-4565-A98B-FB8F06892AE5}" type="presParOf" srcId="{DF4CCDBA-F4CE-4BD8-8D5C-DB8BF2DD7822}" destId="{A42E984F-1E72-49C6-A1E6-9043A7B5436D}" srcOrd="10" destOrd="0" presId="urn:microsoft.com/office/officeart/2005/8/layout/gear1"/>
    <dgm:cxn modelId="{11A1EA40-D692-491D-A616-B3B522F01C1F}" type="presParOf" srcId="{DF4CCDBA-F4CE-4BD8-8D5C-DB8BF2DD7822}" destId="{E4709B9F-701C-4646-A532-75E77AF96358}" srcOrd="11" destOrd="0" presId="urn:microsoft.com/office/officeart/2005/8/layout/gear1"/>
    <dgm:cxn modelId="{AA464C4B-9EC6-4F18-8F6C-586102D2840C}" type="presParOf" srcId="{DF4CCDBA-F4CE-4BD8-8D5C-DB8BF2DD7822}" destId="{E82C0A3A-1E1C-4A93-9D63-2C0AC1ABFEBB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8059B-4EF3-4BC2-98AF-C383E087A67C}">
      <dsp:nvSpPr>
        <dsp:cNvPr id="0" name=""/>
        <dsp:cNvSpPr/>
      </dsp:nvSpPr>
      <dsp:spPr>
        <a:xfrm>
          <a:off x="3717239" y="2160593"/>
          <a:ext cx="2732881" cy="2732881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/>
            <a:t>Thank you</a:t>
          </a:r>
          <a:endParaRPr lang="en-US" sz="3100" kern="1200" dirty="0"/>
        </a:p>
      </dsp:txBody>
      <dsp:txXfrm>
        <a:off x="4266670" y="2800757"/>
        <a:ext cx="1634019" cy="1404758"/>
      </dsp:txXfrm>
    </dsp:sp>
    <dsp:sp modelId="{A15D8449-386A-4202-B190-93C8909C1886}">
      <dsp:nvSpPr>
        <dsp:cNvPr id="0" name=""/>
        <dsp:cNvSpPr/>
      </dsp:nvSpPr>
      <dsp:spPr>
        <a:xfrm>
          <a:off x="2162016" y="1590040"/>
          <a:ext cx="1987550" cy="198755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/>
            <a:t>Merci</a:t>
          </a:r>
          <a:endParaRPr lang="en-US" sz="3100" kern="1200" dirty="0"/>
        </a:p>
      </dsp:txBody>
      <dsp:txXfrm>
        <a:off x="2662388" y="2093436"/>
        <a:ext cx="986806" cy="980758"/>
      </dsp:txXfrm>
    </dsp:sp>
    <dsp:sp modelId="{34461DC3-F9B8-4561-B196-E6665A97E937}">
      <dsp:nvSpPr>
        <dsp:cNvPr id="0" name=""/>
        <dsp:cNvSpPr/>
      </dsp:nvSpPr>
      <dsp:spPr>
        <a:xfrm rot="20700000">
          <a:off x="3275247" y="218833"/>
          <a:ext cx="1947393" cy="194739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/>
            <a:t>Grazi</a:t>
          </a:r>
          <a:endParaRPr lang="en-US" sz="3100" kern="1200" dirty="0"/>
        </a:p>
      </dsp:txBody>
      <dsp:txXfrm rot="-20700000">
        <a:off x="3702367" y="645953"/>
        <a:ext cx="1093152" cy="1093152"/>
      </dsp:txXfrm>
    </dsp:sp>
    <dsp:sp modelId="{A42E984F-1E72-49C6-A1E6-9043A7B5436D}">
      <dsp:nvSpPr>
        <dsp:cNvPr id="0" name=""/>
        <dsp:cNvSpPr/>
      </dsp:nvSpPr>
      <dsp:spPr>
        <a:xfrm>
          <a:off x="3550512" y="1818700"/>
          <a:ext cx="3498088" cy="3498088"/>
        </a:xfrm>
        <a:prstGeom prst="circularArrow">
          <a:avLst>
            <a:gd name="adj1" fmla="val 4688"/>
            <a:gd name="adj2" fmla="val 299029"/>
            <a:gd name="adj3" fmla="val 2532001"/>
            <a:gd name="adj4" fmla="val 15827576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09B9F-701C-4646-A532-75E77AF96358}">
      <dsp:nvSpPr>
        <dsp:cNvPr id="0" name=""/>
        <dsp:cNvSpPr/>
      </dsp:nvSpPr>
      <dsp:spPr>
        <a:xfrm>
          <a:off x="1810024" y="1146946"/>
          <a:ext cx="2541579" cy="2541579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C0A3A-1E1C-4A93-9D63-2C0AC1ABFEBB}">
      <dsp:nvSpPr>
        <dsp:cNvPr id="0" name=""/>
        <dsp:cNvSpPr/>
      </dsp:nvSpPr>
      <dsp:spPr>
        <a:xfrm>
          <a:off x="2824794" y="-211043"/>
          <a:ext cx="2740334" cy="274033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681B3-D35F-4DF4-BAE9-B7D309204276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A5BBA-A57D-4D9C-AD82-D67E6C9DBE47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85147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1BE03-EFDC-4FDA-8020-D1A4ACE89573}" type="slidenum">
              <a:rPr lang="ar-SA" altLang="en-SD" smtClean="0"/>
              <a:pPr/>
              <a:t>20</a:t>
            </a:fld>
            <a:endParaRPr lang="en-US" altLang="en-SD"/>
          </a:p>
        </p:txBody>
      </p:sp>
    </p:spTree>
    <p:extLst>
      <p:ext uri="{BB962C8B-B14F-4D97-AF65-F5344CB8AC3E}">
        <p14:creationId xmlns:p14="http://schemas.microsoft.com/office/powerpoint/2010/main" val="1228410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2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49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097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57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76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022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47862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62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51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31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05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BC2E6-FCF4-4CB4-BAC7-C96A80B14627}" type="datetimeFigureOut">
              <a:rPr lang="en-SD" smtClean="0"/>
              <a:t>26/07/2025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0297C9C-163A-4490-8901-834A957FDA42}" type="slidenum">
              <a:rPr lang="en-SD" smtClean="0"/>
              <a:t>‹#›</a:t>
            </a:fld>
            <a:endParaRPr lang="en-S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53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B944C4-EAAB-44B8-98CE-DD30C08044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Bony pelvis</a:t>
            </a:r>
            <a:endParaRPr lang="en-SD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5964274-71F2-4BCF-9A9E-CE64FE830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ernard MT Condensed" panose="02050806060905020404" pitchFamily="18" charset="0"/>
              </a:rPr>
              <a:t>By: m. g. Hammad</a:t>
            </a:r>
            <a:endParaRPr lang="en-SD" sz="2800" dirty="0"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97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825B6-BF48-400E-B6FD-6A08963B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The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2454DF-71B0-4239-BCB1-9A63AF1347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Region of the trunk that lies below the abdomen.</a:t>
            </a:r>
          </a:p>
          <a:p>
            <a:r>
              <a:rPr lang="en-US" dirty="0"/>
              <a:t>For description: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Pelvic wall.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Pelvic cavity.</a:t>
            </a:r>
            <a:endParaRPr lang="en-S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27DBDEA7-7489-4DCB-8047-1EC93A1DEC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496" y="1875933"/>
            <a:ext cx="4760936" cy="4260915"/>
          </a:xfrm>
        </p:spPr>
      </p:pic>
    </p:spTree>
    <p:extLst>
      <p:ext uri="{BB962C8B-B14F-4D97-AF65-F5344CB8AC3E}">
        <p14:creationId xmlns:p14="http://schemas.microsoft.com/office/powerpoint/2010/main" val="129557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825B6-BF48-400E-B6FD-6A08963B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Pelvic wall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2454DF-71B0-4239-BCB1-9A63AF1347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Consists of 2 parts: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Bony part (bony pelvis).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Soft tissues: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Muscles (pelvic diaphragm).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Ligaments &amp; Fascia.</a:t>
            </a:r>
            <a:endParaRPr lang="en-SD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A5727370-3CEE-4E4A-8177-76CAE3A697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229" y="1885361"/>
            <a:ext cx="5582222" cy="4128028"/>
          </a:xfrm>
        </p:spPr>
      </p:pic>
    </p:spTree>
    <p:extLst>
      <p:ext uri="{BB962C8B-B14F-4D97-AF65-F5344CB8AC3E}">
        <p14:creationId xmlns:p14="http://schemas.microsoft.com/office/powerpoint/2010/main" val="229763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825B6-BF48-400E-B6FD-6A08963B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Functions of bony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2454DF-71B0-4239-BCB1-9A63AF1347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Transmit the weight of the body from the vertebral column to the femurs.</a:t>
            </a:r>
          </a:p>
          <a:p>
            <a:r>
              <a:rPr lang="en-US" dirty="0"/>
              <a:t>Contains, supports, and protects the pelvic viscera.</a:t>
            </a:r>
          </a:p>
          <a:p>
            <a:r>
              <a:rPr lang="en-US" dirty="0"/>
              <a:t>Provides attachment for trunk and lower limb muscles.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27DBDEA7-7489-4DCB-8047-1EC93A1DEC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496" y="1875933"/>
            <a:ext cx="4760936" cy="4260915"/>
          </a:xfrm>
        </p:spPr>
      </p:pic>
    </p:spTree>
    <p:extLst>
      <p:ext uri="{BB962C8B-B14F-4D97-AF65-F5344CB8AC3E}">
        <p14:creationId xmlns:p14="http://schemas.microsoft.com/office/powerpoint/2010/main" val="28607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825B6-BF48-400E-B6FD-6A08963B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components of bony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2454DF-71B0-4239-BCB1-9A63AF1347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bony pelvis is composed of four bones: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 &amp; L hip bones: lateral &amp; anterior walls of BP.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Sacrum &amp; Coccyx: posterior wall of BP.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87288D65-9806-47CF-9B2D-F8E08C5A4E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750" y="1887977"/>
            <a:ext cx="4850646" cy="4115950"/>
          </a:xfrm>
        </p:spPr>
      </p:pic>
    </p:spTree>
    <p:extLst>
      <p:ext uri="{BB962C8B-B14F-4D97-AF65-F5344CB8AC3E}">
        <p14:creationId xmlns:p14="http://schemas.microsoft.com/office/powerpoint/2010/main" val="289345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825B6-BF48-400E-B6FD-6A08963B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The sacrum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2454DF-71B0-4239-BCB1-9A63AF1347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Part of vertebral column.</a:t>
            </a:r>
          </a:p>
          <a:p>
            <a:r>
              <a:rPr lang="en-US" dirty="0"/>
              <a:t>Made up of 5 pieces, which fuse together forming a triangular bone.</a:t>
            </a:r>
          </a:p>
          <a:p>
            <a:r>
              <a:rPr lang="en-US" dirty="0"/>
              <a:t>It concave anteriorly.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E5D49C5D-E269-48E2-9E3D-CA956B48A7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376" y="1913641"/>
            <a:ext cx="5066886" cy="4177746"/>
          </a:xfrm>
        </p:spPr>
      </p:pic>
    </p:spTree>
    <p:extLst>
      <p:ext uri="{BB962C8B-B14F-4D97-AF65-F5344CB8AC3E}">
        <p14:creationId xmlns:p14="http://schemas.microsoft.com/office/powerpoint/2010/main" val="289414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825B6-BF48-400E-B6FD-6A08963B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Anterior view of sacrum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2454DF-71B0-4239-BCB1-9A63AF134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0961" y="1906126"/>
            <a:ext cx="6202839" cy="418599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Concave.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Upper margin of S1: </a:t>
            </a:r>
            <a:r>
              <a:rPr lang="en-US" u="sng" dirty="0"/>
              <a:t>Promontory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Central mass: fusion of sacral vertebral bodies.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Transverse lines: in central mass; remark intervertebral joints.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Anterior sacral foramina: 4; transmit anterior rami of upper 4 sacral nerves.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Lateral mass: lateral to anterior sacral foramina, formed by fusion of TP of SV.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100" u="sng" dirty="0"/>
              <a:t>Ala {wing}</a:t>
            </a:r>
            <a:r>
              <a:rPr lang="en-US" sz="2100" dirty="0"/>
              <a:t>: </a:t>
            </a:r>
            <a:r>
              <a:rPr lang="en-US" dirty="0"/>
              <a:t>expanded TP of S1.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E5D49C5D-E269-48E2-9E3D-CA956B48A7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11" b="46974"/>
          <a:stretch/>
        </p:blipFill>
        <p:spPr>
          <a:xfrm>
            <a:off x="7365478" y="1867111"/>
            <a:ext cx="4826522" cy="4264030"/>
          </a:xfrm>
        </p:spPr>
      </p:pic>
    </p:spTree>
    <p:extLst>
      <p:ext uri="{BB962C8B-B14F-4D97-AF65-F5344CB8AC3E}">
        <p14:creationId xmlns:p14="http://schemas.microsoft.com/office/powerpoint/2010/main" val="206982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825B6-BF48-400E-B6FD-6A08963B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posterior view of sacrum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2454DF-71B0-4239-BCB1-9A63AF134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0961" y="1906126"/>
            <a:ext cx="6202839" cy="41859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Sacral canal.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Superior articular facets of S1: besides sacral canal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Median sacral crest: fusion of spines of SV.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Medial sacral crest: fusion of articular processes of SV.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Posterior sacral foramina: 4; transmit posterior rami of upper 4 sacral nerves.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Sacral hiatus: unfused laminae of S4 or S5; it ends by 2 sacral horns, it transmits 5</a:t>
            </a:r>
            <a:r>
              <a:rPr lang="en-US" baseline="30000" dirty="0"/>
              <a:t>th</a:t>
            </a:r>
            <a:r>
              <a:rPr lang="en-US" dirty="0"/>
              <a:t> sacral nerve.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Sacral tuberosity: on back of ala.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B41119AA-5A47-434C-924C-3A363187C4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476" y="1906126"/>
            <a:ext cx="4915524" cy="4159122"/>
          </a:xfrm>
        </p:spPr>
      </p:pic>
    </p:spTree>
    <p:extLst>
      <p:ext uri="{BB962C8B-B14F-4D97-AF65-F5344CB8AC3E}">
        <p14:creationId xmlns:p14="http://schemas.microsoft.com/office/powerpoint/2010/main" val="219946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722838-6F80-4200-AA47-6C0D6CAA6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56636"/>
          </a:xfrm>
        </p:spPr>
        <p:txBody>
          <a:bodyPr/>
          <a:lstStyle/>
          <a:p>
            <a:pPr algn="ctr"/>
            <a:r>
              <a:rPr lang="en-US" dirty="0"/>
              <a:t>sacrum</a:t>
            </a:r>
            <a:endParaRPr lang="en-SD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C26BE8B-1C80-4068-9252-30A78463A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631" y="1857082"/>
            <a:ext cx="6858000" cy="500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0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78858-D6EA-4396-8262-07558188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Orientation of the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4169A3-C562-4569-BE27-C9926E6DF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926" y="2010878"/>
            <a:ext cx="5696557" cy="3448595"/>
          </a:xfrm>
        </p:spPr>
        <p:txBody>
          <a:bodyPr/>
          <a:lstStyle/>
          <a:p>
            <a:r>
              <a:rPr lang="en-US" dirty="0"/>
              <a:t>In standing anatomical position: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front of the symphysis pubis and ASIS lie in the same vertical plane.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Pelvic surface of the symphysis pubis faces upward and backward.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Anterior surface of the sacrum is directed forward and downward.</a:t>
            </a:r>
            <a:endParaRPr lang="en-S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2C255014-A0AC-4335-A558-26EAFB0C77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151" y="1857080"/>
            <a:ext cx="5625842" cy="4232364"/>
          </a:xfrm>
        </p:spPr>
      </p:pic>
    </p:spTree>
    <p:extLst>
      <p:ext uri="{BB962C8B-B14F-4D97-AF65-F5344CB8AC3E}">
        <p14:creationId xmlns:p14="http://schemas.microsoft.com/office/powerpoint/2010/main" val="31286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78858-D6EA-4396-8262-07558188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divisions of the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4169A3-C562-4569-BE27-C9926E6DF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926" y="2010878"/>
            <a:ext cx="5696557" cy="3448595"/>
          </a:xfrm>
        </p:spPr>
        <p:txBody>
          <a:bodyPr/>
          <a:lstStyle/>
          <a:p>
            <a:r>
              <a:rPr lang="en-US" dirty="0"/>
              <a:t>It divided into 2 parts by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PELVIC BRIM</a:t>
            </a:r>
            <a:r>
              <a:rPr lang="en-US" dirty="0"/>
              <a:t>.</a:t>
            </a:r>
          </a:p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Pelvic Brim {linea terminalis}</a:t>
            </a:r>
            <a:r>
              <a:rPr lang="en-US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Formed by: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Upper margin of SP (anteriorly).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Pectineal line &amp; Arcuate line (laterally).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Ala &amp; Promontory (posteriorly).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62A366C3-C248-4598-BEAA-70255EEC81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13" y="2007340"/>
            <a:ext cx="5543800" cy="4045770"/>
          </a:xfrm>
        </p:spPr>
      </p:pic>
    </p:spTree>
    <p:extLst>
      <p:ext uri="{BB962C8B-B14F-4D97-AF65-F5344CB8AC3E}">
        <p14:creationId xmlns:p14="http://schemas.microsoft.com/office/powerpoint/2010/main" val="406129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78858-D6EA-4396-8262-07558188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divisions of the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4169A3-C562-4569-BE27-C9926E6DF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926" y="1913641"/>
            <a:ext cx="5696557" cy="413946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Divisions are: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 Pelvis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Above pelvic brim.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is part of abdominal cavity.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 Pelvis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Below pelvic brim.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Also called pelvic cavity, lesser pelvis.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Has 2 ends: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Upper: 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Pelvic Inlet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Lower: 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Pelvic Outlet</a:t>
            </a:r>
            <a:r>
              <a:rPr lang="en-US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62A366C3-C248-4598-BEAA-70255EEC81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13" y="2007340"/>
            <a:ext cx="5543800" cy="4045770"/>
          </a:xfrm>
        </p:spPr>
      </p:pic>
    </p:spTree>
    <p:extLst>
      <p:ext uri="{BB962C8B-B14F-4D97-AF65-F5344CB8AC3E}">
        <p14:creationId xmlns:p14="http://schemas.microsoft.com/office/powerpoint/2010/main" val="343722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78858-D6EA-4396-8262-07558188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divisions of the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4169A3-C562-4569-BE27-C9926E6DF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986" y="1913641"/>
            <a:ext cx="5253497" cy="41394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Pelvic inlet: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is the pelvic brim.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62A366C3-C248-4598-BEAA-70255EEC81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13" y="2007340"/>
            <a:ext cx="5543800" cy="4045770"/>
          </a:xfrm>
        </p:spPr>
      </p:pic>
    </p:spTree>
    <p:extLst>
      <p:ext uri="{BB962C8B-B14F-4D97-AF65-F5344CB8AC3E}">
        <p14:creationId xmlns:p14="http://schemas.microsoft.com/office/powerpoint/2010/main" val="399714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78858-D6EA-4396-8262-07558188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divisions of the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4169A3-C562-4569-BE27-C9926E6DF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646" y="1913641"/>
            <a:ext cx="5863472" cy="41394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Pelvic outlet: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Boundaries: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Anteriorly</a:t>
            </a:r>
            <a:r>
              <a:rPr lang="en-US" dirty="0"/>
              <a:t>: Pubic Arch.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Laterally</a:t>
            </a:r>
            <a:r>
              <a:rPr lang="en-US" dirty="0"/>
              <a:t>: Ischial Tuberosity.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Posterolateral</a:t>
            </a:r>
            <a:r>
              <a:rPr lang="en-US" dirty="0"/>
              <a:t>: Inferior margin of the Sacro tuberous ligament.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Posteriorly</a:t>
            </a:r>
            <a:r>
              <a:rPr lang="en-US" dirty="0"/>
              <a:t>: Tip of the coccyx.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DA26AE2A-A2B2-417A-902D-F42FA12FB9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446" y="1913642"/>
            <a:ext cx="5516614" cy="4139468"/>
          </a:xfrm>
        </p:spPr>
      </p:pic>
    </p:spTree>
    <p:extLst>
      <p:ext uri="{BB962C8B-B14F-4D97-AF65-F5344CB8AC3E}">
        <p14:creationId xmlns:p14="http://schemas.microsoft.com/office/powerpoint/2010/main" val="224812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178858-D6EA-4396-8262-07558188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divisions of the Pelvis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4169A3-C562-4569-BE27-C9926E6DF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646" y="1913641"/>
            <a:ext cx="5863472" cy="41394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 Pelvis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Between the pelvic inlet and the pelvic outlet.</a:t>
            </a:r>
          </a:p>
          <a:p>
            <a:r>
              <a:rPr lang="en-US" dirty="0"/>
              <a:t>Bounded by the pelvic surfaces of the hip bones, sacrum, and coccyx.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 the true pelvic cavity and the deep parts of the perineum.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9A93754C-91DD-410E-A340-7C141AAE20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182" y="2262525"/>
            <a:ext cx="3025670" cy="3441700"/>
          </a:xfrm>
        </p:spPr>
      </p:pic>
    </p:spTree>
    <p:extLst>
      <p:ext uri="{BB962C8B-B14F-4D97-AF65-F5344CB8AC3E}">
        <p14:creationId xmlns:p14="http://schemas.microsoft.com/office/powerpoint/2010/main" val="274992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716301-9FC3-440D-947A-8ECE2972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584" y="154071"/>
            <a:ext cx="9603275" cy="609502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of male and female pelvis</a:t>
            </a:r>
            <a:endParaRPr lang="en-SD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3AE2E5C-21BE-4F67-B0FF-EE65AC83B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682"/>
            <a:ext cx="12192000" cy="591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4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7E46FE7-FF36-44AB-84DE-8060D6C20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573"/>
            <a:ext cx="12192000" cy="61162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F3763668-CD92-4CAD-8F6B-878E0E3A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584" y="154071"/>
            <a:ext cx="9603275" cy="609502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of male and female pelvis</a:t>
            </a:r>
            <a:endParaRPr lang="en-SD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180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237DB7-62D9-4822-84D7-90FEFF29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Variations of the female pelvic shape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38DE348-9496-4E65-9F5E-6132F1D5A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771" y="2017343"/>
            <a:ext cx="5637229" cy="3956289"/>
          </a:xfrm>
        </p:spPr>
        <p:txBody>
          <a:bodyPr/>
          <a:lstStyle/>
          <a:p>
            <a:r>
              <a:rPr lang="en-US" dirty="0"/>
              <a:t>The female pelvic shapes may be subdivided (by Caldwell and Molloy) as follows: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 shape</a:t>
            </a:r>
            <a:r>
              <a:rPr lang="en-US" dirty="0"/>
              <a:t>: with many variants.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Rachitic ﬂat pelvis</a:t>
            </a:r>
            <a:r>
              <a:rPr lang="en-US" dirty="0"/>
              <a:t>: The sacrum is rotated so that the sacral promontory projects forward and the coccyx tips backwards.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symmetrical</a:t>
            </a:r>
            <a:r>
              <a:rPr lang="en-US" dirty="0"/>
              <a:t>.</a:t>
            </a:r>
            <a:endParaRPr lang="en-SD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F3F0C1ED-DA13-4D4D-834F-814B8C443F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48743" y="1837556"/>
            <a:ext cx="4184486" cy="4315862"/>
          </a:xfrm>
        </p:spPr>
      </p:pic>
    </p:spTree>
    <p:extLst>
      <p:ext uri="{BB962C8B-B14F-4D97-AF65-F5344CB8AC3E}">
        <p14:creationId xmlns:p14="http://schemas.microsoft.com/office/powerpoint/2010/main" val="173121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237DB7-62D9-4822-84D7-90FEFF29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804890"/>
            <a:ext cx="9605635" cy="593638"/>
          </a:xfrm>
        </p:spPr>
        <p:txBody>
          <a:bodyPr/>
          <a:lstStyle/>
          <a:p>
            <a:pPr algn="ctr"/>
            <a:r>
              <a:rPr lang="en-US" dirty="0"/>
              <a:t>Variations of the pelvic shape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38DE348-9496-4E65-9F5E-6132F1D5A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771" y="2017343"/>
            <a:ext cx="5637229" cy="3956289"/>
          </a:xfrm>
        </p:spPr>
        <p:txBody>
          <a:bodyPr>
            <a:normAutofit/>
          </a:bodyPr>
          <a:lstStyle/>
          <a:p>
            <a:r>
              <a:rPr lang="en-US" dirty="0"/>
              <a:t>Variation in normal shape of pelvis: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Gynecoid</a:t>
            </a:r>
            <a:r>
              <a:rPr lang="en-US" dirty="0"/>
              <a:t>: normal.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Android</a:t>
            </a:r>
            <a:r>
              <a:rPr lang="en-US" dirty="0"/>
              <a:t>: the masculine type of pelvis.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Platypelloid</a:t>
            </a:r>
            <a:r>
              <a:rPr lang="en-US" dirty="0"/>
              <a:t>: shortened in the anteroposterior diameter, increased in the transverse diameter (the ‘non-rachitic ﬂat pelvis’).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Anthropoid</a:t>
            </a:r>
            <a:r>
              <a:rPr lang="en-US" dirty="0"/>
              <a:t>: much lengthened anteroposterior and a shortened transverse diameter.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003850C6-8BBD-4FD3-940D-5D5314155C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110" y="1894788"/>
            <a:ext cx="5832486" cy="3913794"/>
          </a:xfrm>
        </p:spPr>
      </p:pic>
    </p:spTree>
    <p:extLst>
      <p:ext uri="{BB962C8B-B14F-4D97-AF65-F5344CB8AC3E}">
        <p14:creationId xmlns:p14="http://schemas.microsoft.com/office/powerpoint/2010/main" val="5761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82EBF171-D15A-46DA-A440-9AD97BF97E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90738" y="1268414"/>
          <a:ext cx="8001000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322</TotalTime>
  <Words>668</Words>
  <Application>Microsoft Office PowerPoint</Application>
  <PresentationFormat>Custom</PresentationFormat>
  <Paragraphs>97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Gallery</vt:lpstr>
      <vt:lpstr>Bony pelvis</vt:lpstr>
      <vt:lpstr>The pelvis</vt:lpstr>
      <vt:lpstr>Pelvic wall</vt:lpstr>
      <vt:lpstr>Functions of bony pelvis</vt:lpstr>
      <vt:lpstr>components of bony pelvis</vt:lpstr>
      <vt:lpstr>The sacrum</vt:lpstr>
      <vt:lpstr>Anterior view of sacrum</vt:lpstr>
      <vt:lpstr>posterior view of sacrum</vt:lpstr>
      <vt:lpstr>sacrum</vt:lpstr>
      <vt:lpstr>Orientation of the Pelvis</vt:lpstr>
      <vt:lpstr>divisions of the Pelvis</vt:lpstr>
      <vt:lpstr>divisions of the Pelvis</vt:lpstr>
      <vt:lpstr>divisions of the Pelvis</vt:lpstr>
      <vt:lpstr>divisions of the Pelvis</vt:lpstr>
      <vt:lpstr>divisions of the Pelvis</vt:lpstr>
      <vt:lpstr>Comparison of male and female pelvis</vt:lpstr>
      <vt:lpstr>Comparison of male and female pelvis</vt:lpstr>
      <vt:lpstr>Variations of the female pelvic shape</vt:lpstr>
      <vt:lpstr>Variations of the pelvic shape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Bony pelvis</dc:title>
  <dc:creator>MEDICO126</dc:creator>
  <cp:lastModifiedBy>Mohamed Hammad</cp:lastModifiedBy>
  <cp:revision>31</cp:revision>
  <dcterms:created xsi:type="dcterms:W3CDTF">2021-09-23T03:39:10Z</dcterms:created>
  <dcterms:modified xsi:type="dcterms:W3CDTF">2025-07-26T08:01:53Z</dcterms:modified>
</cp:coreProperties>
</file>
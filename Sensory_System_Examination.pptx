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>
                <a:solidFill>
                  <a:srgbClr val="000099"/>
                </a:solidFill>
              </a:rPr>
              <a:t>Sensory System Examination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CNS </a:t>
            </a:r>
            <a:r>
              <a:rPr b="1" dirty="0">
                <a:solidFill>
                  <a:srgbClr val="000099"/>
                </a:solidFill>
              </a:rPr>
              <a:t>Physiology Practical Session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967AD9CB-B5C1-E71B-CBDA-C15AA69B6F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263"/>
    </mc:Choice>
    <mc:Fallback>
      <p:transition spd="slow" advTm="452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Main sensory tests:</a:t>
            </a:r>
          </a:p>
          <a:p>
            <a:r>
              <a:rPr dirty="0"/>
              <a:t>• Light touch</a:t>
            </a:r>
          </a:p>
          <a:p>
            <a:r>
              <a:rPr dirty="0"/>
              <a:t>• Pain</a:t>
            </a:r>
          </a:p>
          <a:p>
            <a:r>
              <a:rPr dirty="0"/>
              <a:t>• Temperature</a:t>
            </a:r>
          </a:p>
          <a:p>
            <a:r>
              <a:rPr dirty="0"/>
              <a:t>• Vibration</a:t>
            </a:r>
          </a:p>
          <a:p>
            <a:r>
              <a:rPr dirty="0"/>
              <a:t>• Proprioception</a:t>
            </a:r>
          </a:p>
          <a:p>
            <a:r>
              <a:rPr dirty="0"/>
              <a:t>• Two‑point discrimination</a:t>
            </a:r>
          </a:p>
          <a:p>
            <a:r>
              <a:rPr dirty="0"/>
              <a:t>These tests help evaluate dorsal column and spinothalamic pathways.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A7082133-1D12-AEC0-D311-6188F925C6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074"/>
    </mc:Choice>
    <mc:Fallback>
      <p:transition spd="slow" advTm="470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Light Touch Sensation</a:t>
            </a:r>
          </a:p>
        </p:txBody>
      </p:sp>
      <p:pic>
        <p:nvPicPr>
          <p:cNvPr id="3" name="Picture 2" descr="touch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18706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Test with cotton wool or soft brush.</a:t>
            </a:r>
          </a:p>
          <a:p>
            <a:r>
              <a:rPr dirty="0"/>
              <a:t>Patient closes eyes.</a:t>
            </a:r>
          </a:p>
          <a:p>
            <a:r>
              <a:rPr dirty="0"/>
              <a:t>Compare both sides of the body.</a:t>
            </a:r>
          </a:p>
          <a:p>
            <a:r>
              <a:rPr dirty="0"/>
              <a:t>Assess integrity of dorsal column pathway.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Pain Sensation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95517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Test using sterile pin.</a:t>
            </a:r>
          </a:p>
          <a:p>
            <a:r>
              <a:rPr dirty="0"/>
              <a:t>Ask patient to identify sharp vs dull.</a:t>
            </a:r>
          </a:p>
          <a:p>
            <a:r>
              <a:rPr dirty="0"/>
              <a:t>Used to assess spinothalamic pathway.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F4B3B4B5-088D-8F4C-0C96-70BFAF761C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D74680-9BCD-BE92-D6A8-09FF3C165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9" y="1538163"/>
            <a:ext cx="3760839" cy="22742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2E2EC9-66C5-ED51-145B-1A88873FA4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8362" y="1680701"/>
            <a:ext cx="2857500" cy="31917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F72E22BF-F192-4884-A0EF-D0A366DDCC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1191"/>
    </mc:Choice>
    <mc:Fallback>
      <p:transition spd="slow" advTm="911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Temperature Sensation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5522" y="50292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Use warm and cold objects.</a:t>
            </a:r>
          </a:p>
          <a:p>
            <a:r>
              <a:rPr dirty="0"/>
              <a:t>Patient distinguishes hot from cold.</a:t>
            </a:r>
          </a:p>
          <a:p>
            <a:r>
              <a:rPr dirty="0"/>
              <a:t>Evaluates spinothalamic tract function.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7C9EEC-1818-4F11-8587-E3D412A07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1623218"/>
            <a:ext cx="2857500" cy="24964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C71CD6F0-DD62-C80F-97DA-7D55FB6AF0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984"/>
    </mc:Choice>
    <mc:Fallback>
      <p:transition spd="slow" advTm="659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Vibration 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671" y="4449097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Use 128 Hz tuning fork.</a:t>
            </a:r>
          </a:p>
          <a:p>
            <a:r>
              <a:rPr dirty="0"/>
              <a:t>Place on bony prominences.</a:t>
            </a:r>
          </a:p>
          <a:p>
            <a:r>
              <a:rPr dirty="0"/>
              <a:t>Patient reports when vibration stops.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B763F5-345B-CC70-B1A8-CAB479CC5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2310" y="1103005"/>
            <a:ext cx="3216838" cy="27585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13471E37-42BC-6629-9529-18CB9F282A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5893"/>
    </mc:Choice>
    <mc:Fallback>
      <p:transition spd="slow" advTm="758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Proprioception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17690" y="2698955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Move distal phalanx up or down.</a:t>
            </a:r>
          </a:p>
          <a:p>
            <a:r>
              <a:rPr dirty="0"/>
              <a:t>Patient identifies direction.</a:t>
            </a:r>
          </a:p>
          <a:p>
            <a:r>
              <a:rPr dirty="0"/>
              <a:t>Assesses joint position sense.</a:t>
            </a:r>
          </a:p>
        </p:txBody>
      </p:sp>
      <p:pic>
        <p:nvPicPr>
          <p:cNvPr id="2050" name="Picture 2" descr="Upper Limb Neurological Examination — Medistudents">
            <a:extLst>
              <a:ext uri="{FF2B5EF4-FFF2-40B4-BE49-F238E27FC236}">
                <a16:creationId xmlns:a16="http://schemas.microsoft.com/office/drawing/2014/main" id="{BB93BD92-85EB-E5EC-82FA-AB613245F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61" y="1730476"/>
            <a:ext cx="3913239" cy="37429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C75AA677-5AFB-C1E8-F6A1-B4036B2A6B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455"/>
    </mc:Choice>
    <mc:Fallback>
      <p:transition spd="slow" advTm="694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Two‑Point Discrimination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50258" y="5368950"/>
            <a:ext cx="52455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Use calipers or paper clip.</a:t>
            </a:r>
          </a:p>
          <a:p>
            <a:r>
              <a:rPr dirty="0"/>
              <a:t>Determine minimum distance perceived as two points.</a:t>
            </a:r>
          </a:p>
          <a:p>
            <a:r>
              <a:rPr dirty="0"/>
              <a:t>Tests cortical sensory processing.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754221-A8E5-B9EB-F11D-4A3CD6605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2039" y="1280497"/>
            <a:ext cx="3438525" cy="36480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002E5D6C-BBD1-D2A6-84DA-CC75925609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503"/>
    </mc:Choice>
    <mc:Fallback>
      <p:transition spd="slow" advTm="685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166</Words>
  <Application>Microsoft Office PowerPoint</Application>
  <PresentationFormat>On-screen Show (4:3)</PresentationFormat>
  <Paragraphs>36</Paragraphs>
  <Slides>8</Slides>
  <Notes>0</Notes>
  <HiddenSlides>0</HiddenSlides>
  <MMClips>7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Sensory System Examination</vt:lpstr>
      <vt:lpstr>Summary</vt:lpstr>
      <vt:lpstr>Light Touch Sensation</vt:lpstr>
      <vt:lpstr>Pain Sensation</vt:lpstr>
      <vt:lpstr>Temperature Sensation</vt:lpstr>
      <vt:lpstr>Vibration Sense</vt:lpstr>
      <vt:lpstr>Proprioception</vt:lpstr>
      <vt:lpstr>Two‑Point Discrimination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Mazin Mohamed</cp:lastModifiedBy>
  <cp:revision>6</cp:revision>
  <dcterms:created xsi:type="dcterms:W3CDTF">2013-01-27T09:14:16Z</dcterms:created>
  <dcterms:modified xsi:type="dcterms:W3CDTF">2026-03-08T10:57:26Z</dcterms:modified>
  <cp:category/>
</cp:coreProperties>
</file>
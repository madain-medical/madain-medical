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38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5/15/2018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600200"/>
            <a:ext cx="7406640" cy="1472184"/>
          </a:xfrm>
        </p:spPr>
        <p:txBody>
          <a:bodyPr/>
          <a:lstStyle/>
          <a:p>
            <a:r>
              <a:rPr lang="en-US" sz="5400" b="1" dirty="0"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Red Blood </a:t>
            </a:r>
            <a:r>
              <a:rPr lang="en-US" sz="5400" b="1" dirty="0" smtClean="0"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Indices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8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533400"/>
            <a:ext cx="7498080" cy="4800600"/>
          </a:xfrm>
        </p:spPr>
        <p:txBody>
          <a:bodyPr/>
          <a:lstStyle/>
          <a:p>
            <a:pPr marL="365760" lvl="0" indent="-283464"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sz="4000" b="1" u="sng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RBC indices include:</a:t>
            </a:r>
          </a:p>
          <a:p>
            <a:pPr marL="640080" lvl="1" indent="-237744">
              <a:spcBef>
                <a:spcPts val="550"/>
              </a:spcBef>
              <a:buClr>
                <a:srgbClr val="FF388C"/>
              </a:buClr>
              <a:buFont typeface="Verdana"/>
              <a:buChar char="◦"/>
              <a:defRPr/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Mean Corpuscular Volume (MCV</a:t>
            </a:r>
            <a:r>
              <a:rPr lang="en-US" sz="32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402336" lvl="1" indent="0">
              <a:spcBef>
                <a:spcPts val="550"/>
              </a:spcBef>
              <a:buClr>
                <a:srgbClr val="FF388C"/>
              </a:buClr>
              <a:buNone/>
              <a:defRPr/>
            </a:pPr>
            <a:endParaRPr lang="en-US" sz="3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640080" lvl="1" indent="-237744">
              <a:spcBef>
                <a:spcPts val="550"/>
              </a:spcBef>
              <a:buClr>
                <a:srgbClr val="FF388C"/>
              </a:buClr>
              <a:buFont typeface="Verdana"/>
              <a:buChar char="◦"/>
              <a:defRPr/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Mean Corpuscular Hemoglobin (MCH). </a:t>
            </a:r>
            <a:endParaRPr lang="en-US" sz="32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2336" lvl="1" indent="0">
              <a:spcBef>
                <a:spcPts val="550"/>
              </a:spcBef>
              <a:buClr>
                <a:srgbClr val="FF388C"/>
              </a:buClr>
              <a:buNone/>
              <a:defRPr/>
            </a:pPr>
            <a:endParaRPr lang="en-US" sz="3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640080" lvl="1" indent="-237744">
              <a:spcBef>
                <a:spcPts val="550"/>
              </a:spcBef>
              <a:buClr>
                <a:srgbClr val="FF388C"/>
              </a:buClr>
              <a:buFont typeface="Verdana"/>
              <a:buChar char="◦"/>
              <a:defRPr/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Mean Corpuscular Hemoglobin Concentration (MCHC)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27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381000"/>
            <a:ext cx="7498080" cy="4800600"/>
          </a:xfrm>
        </p:spPr>
        <p:txBody>
          <a:bodyPr/>
          <a:lstStyle/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sz="4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Mean Corpuscular volume:</a:t>
            </a: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MCV is average size of RBC</a:t>
            </a: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endParaRPr lang="en-US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MCV  =  </a:t>
            </a:r>
            <a:r>
              <a:rPr lang="en-US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Hct x </a:t>
            </a:r>
            <a:r>
              <a:rPr lang="en-US" b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fimtolitre</a:t>
            </a:r>
            <a:r>
              <a:rPr lang="en-US" b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en-US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          RBC (millions) </a:t>
            </a: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endParaRPr lang="en-US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If 80-100 </a:t>
            </a:r>
            <a:r>
              <a:rPr lang="en-US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fL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, normal range, RBCs considered normocytic.</a:t>
            </a:r>
            <a:endParaRPr lang="ar-SA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1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Mean Corpuscular Hemoglobin (MCH)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0" indent="-283464"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MCH is average weight of hemoglobin per RBC. </a:t>
            </a:r>
          </a:p>
          <a:p>
            <a:pPr marL="365760" lvl="0" indent="-283464"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endParaRPr lang="en-US" sz="36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MCH = </a:t>
            </a:r>
            <a:r>
              <a:rPr lang="en-US" sz="3600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600" b="1" u="sng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Hgb</a:t>
            </a:r>
            <a:r>
              <a:rPr lang="en-US" sz="3600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 10	</a:t>
            </a:r>
            <a:r>
              <a:rPr lang="en-US" sz="3600" b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Picogram</a:t>
            </a:r>
            <a:endParaRPr lang="en-US" sz="36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	        RBC (millions) </a:t>
            </a:r>
            <a:endParaRPr lang="en-US" sz="36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r>
              <a:rPr lang="en-US" sz="3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Normal range 27– 32 </a:t>
            </a:r>
            <a:r>
              <a:rPr lang="en-US" sz="3600" b="1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pg</a:t>
            </a:r>
            <a:endParaRPr lang="en-US" sz="36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07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Mean Corpuscular Hemoglobin </a:t>
            </a:r>
            <a:r>
              <a:rPr lang="en-US" sz="3600" b="1" dirty="0">
                <a:solidFill>
                  <a:schemeClr val="accent1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Concentration (MCHC) :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MCHC is average hemoglobin concentration per RBC .</a:t>
            </a: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MCHC = </a:t>
            </a:r>
            <a:r>
              <a:rPr lang="en-US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b="1" u="sng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Hgb</a:t>
            </a:r>
            <a:r>
              <a:rPr lang="en-US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x 100	</a:t>
            </a:r>
            <a:endParaRPr lang="en-US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                 Hct (%) </a:t>
            </a:r>
            <a:endParaRPr lang="en-US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None/>
              <a:defRPr/>
            </a:pP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Normal range 31—37% (g/dl)</a:t>
            </a:r>
            <a:endParaRPr lang="en-US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If MCHC is normal, cell described as normochromic .</a:t>
            </a: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If MCHC is less than normal, cell described as hypochromic .</a:t>
            </a:r>
          </a:p>
          <a:p>
            <a:pPr marL="365760" lvl="0" indent="-283464">
              <a:lnSpc>
                <a:spcPct val="90000"/>
              </a:lnSpc>
              <a:spcBef>
                <a:spcPts val="600"/>
              </a:spcBef>
              <a:buClr>
                <a:srgbClr val="FF388C"/>
              </a:buClr>
              <a:buSzPct val="80000"/>
              <a:buFont typeface="Wingdings 2"/>
              <a:buChar char=""/>
              <a:defRPr/>
            </a:pP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There are no </a:t>
            </a:r>
            <a:r>
              <a:rPr lang="en-US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hyperchromic</a:t>
            </a:r>
            <a:r>
              <a:rPr lang="en-US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RBCs.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19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434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0"/>
            <a:ext cx="9220200" cy="701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767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916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76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199</TotalTime>
  <Words>84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Solstice</vt:lpstr>
      <vt:lpstr>Red Blood Indices</vt:lpstr>
      <vt:lpstr>PowerPoint Presentation</vt:lpstr>
      <vt:lpstr>PowerPoint Presentation</vt:lpstr>
      <vt:lpstr>Mean Corpuscular Hemoglobin (MCH) </vt:lpstr>
      <vt:lpstr>Mean Corpuscular Hemoglobin Concentration (MCHC) 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Blood Indices:</dc:title>
  <dc:creator>Wafa</dc:creator>
  <cp:lastModifiedBy>Wafa</cp:lastModifiedBy>
  <cp:revision>26</cp:revision>
  <dcterms:created xsi:type="dcterms:W3CDTF">2006-08-16T00:00:00Z</dcterms:created>
  <dcterms:modified xsi:type="dcterms:W3CDTF">2018-05-15T19:57:34Z</dcterms:modified>
</cp:coreProperties>
</file>